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6858000" type="letter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414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778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48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978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213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891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812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096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415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812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973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19633-FC93-41DA-BC85-B74ABA0BE011}" type="datetimeFigureOut">
              <a:rPr lang="es-MX" smtClean="0"/>
              <a:t>23/02/2023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97012-049F-4065-8FDF-3A35FA8B1F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717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CBE7135-7D32-41CF-8483-364E18F85A5E}"/>
              </a:ext>
            </a:extLst>
          </p:cNvPr>
          <p:cNvSpPr/>
          <p:nvPr/>
        </p:nvSpPr>
        <p:spPr>
          <a:xfrm>
            <a:off x="3745416" y="938623"/>
            <a:ext cx="1625573" cy="2990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Empleado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3AE8C8-6107-4254-B55D-D40F241C8E60}"/>
              </a:ext>
            </a:extLst>
          </p:cNvPr>
          <p:cNvSpPr/>
          <p:nvPr/>
        </p:nvSpPr>
        <p:spPr>
          <a:xfrm>
            <a:off x="692979" y="2021021"/>
            <a:ext cx="1625573" cy="347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Ventas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918C8B3-A940-4B1B-BFC5-C0D317393DA2}"/>
              </a:ext>
            </a:extLst>
          </p:cNvPr>
          <p:cNvSpPr/>
          <p:nvPr/>
        </p:nvSpPr>
        <p:spPr>
          <a:xfrm>
            <a:off x="3848619" y="3041239"/>
            <a:ext cx="3222740" cy="271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Producto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B30439C-E3E9-48BE-A838-B18EBDAFA6F2}"/>
              </a:ext>
            </a:extLst>
          </p:cNvPr>
          <p:cNvSpPr/>
          <p:nvPr/>
        </p:nvSpPr>
        <p:spPr>
          <a:xfrm>
            <a:off x="7459244" y="1895750"/>
            <a:ext cx="1625573" cy="348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Compras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331F85F-20A4-4DA0-A1A7-A585E2434316}"/>
              </a:ext>
            </a:extLst>
          </p:cNvPr>
          <p:cNvSpPr/>
          <p:nvPr/>
        </p:nvSpPr>
        <p:spPr>
          <a:xfrm>
            <a:off x="6970968" y="4548722"/>
            <a:ext cx="2113849" cy="292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Proveedor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F54B1E-A9DB-4AED-817F-2525B884ADA7}"/>
              </a:ext>
            </a:extLst>
          </p:cNvPr>
          <p:cNvSpPr/>
          <p:nvPr/>
        </p:nvSpPr>
        <p:spPr>
          <a:xfrm>
            <a:off x="536474" y="5403239"/>
            <a:ext cx="2257526" cy="347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Factura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D3080FE-21B0-43F9-9C64-E5665E37A04E}"/>
              </a:ext>
            </a:extLst>
          </p:cNvPr>
          <p:cNvSpPr/>
          <p:nvPr/>
        </p:nvSpPr>
        <p:spPr>
          <a:xfrm>
            <a:off x="4168314" y="6370227"/>
            <a:ext cx="1625573" cy="308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Cliente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124A09F-C622-4D70-9B4B-CCD93A735760}"/>
              </a:ext>
            </a:extLst>
          </p:cNvPr>
          <p:cNvSpPr/>
          <p:nvPr/>
        </p:nvSpPr>
        <p:spPr>
          <a:xfrm>
            <a:off x="4374274" y="4841685"/>
            <a:ext cx="1625573" cy="3083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Arial Narrow" panose="020B0606020202030204" pitchFamily="34" charset="0"/>
              </a:rPr>
              <a:t>Catalogo</a:t>
            </a:r>
          </a:p>
        </p:txBody>
      </p:sp>
      <p:sp>
        <p:nvSpPr>
          <p:cNvPr id="15" name="Rombo 14">
            <a:extLst>
              <a:ext uri="{FF2B5EF4-FFF2-40B4-BE49-F238E27FC236}">
                <a16:creationId xmlns:a16="http://schemas.microsoft.com/office/drawing/2014/main" id="{1990125D-1801-444A-B9CF-B0AC6D5388D6}"/>
              </a:ext>
            </a:extLst>
          </p:cNvPr>
          <p:cNvSpPr/>
          <p:nvPr/>
        </p:nvSpPr>
        <p:spPr>
          <a:xfrm>
            <a:off x="5930089" y="689093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 Narrow" panose="020B0606020202030204" pitchFamily="34" charset="0"/>
              </a:rPr>
              <a:t>Se relaciona</a:t>
            </a:r>
          </a:p>
        </p:txBody>
      </p:sp>
      <p:sp>
        <p:nvSpPr>
          <p:cNvPr id="16" name="Rombo 15">
            <a:extLst>
              <a:ext uri="{FF2B5EF4-FFF2-40B4-BE49-F238E27FC236}">
                <a16:creationId xmlns:a16="http://schemas.microsoft.com/office/drawing/2014/main" id="{25231A3D-E1CB-4E67-B453-CC5EB948188B}"/>
              </a:ext>
            </a:extLst>
          </p:cNvPr>
          <p:cNvSpPr/>
          <p:nvPr/>
        </p:nvSpPr>
        <p:spPr>
          <a:xfrm>
            <a:off x="1087120" y="436880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Arial Narrow" panose="020B0606020202030204" pitchFamily="34" charset="0"/>
              </a:rPr>
              <a:t>incluye</a:t>
            </a:r>
            <a:endParaRPr lang="es-MX" sz="1200" dirty="0">
              <a:latin typeface="Arial Narrow" panose="020B0606020202030204" pitchFamily="34" charset="0"/>
            </a:endParaRPr>
          </a:p>
        </p:txBody>
      </p:sp>
      <p:sp>
        <p:nvSpPr>
          <p:cNvPr id="17" name="Rombo 16">
            <a:extLst>
              <a:ext uri="{FF2B5EF4-FFF2-40B4-BE49-F238E27FC236}">
                <a16:creationId xmlns:a16="http://schemas.microsoft.com/office/drawing/2014/main" id="{8125C3A9-02B0-4B73-A98D-E0C27712FADA}"/>
              </a:ext>
            </a:extLst>
          </p:cNvPr>
          <p:cNvSpPr/>
          <p:nvPr/>
        </p:nvSpPr>
        <p:spPr>
          <a:xfrm>
            <a:off x="2482126" y="1887075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 Narrow" panose="020B0606020202030204" pitchFamily="34" charset="0"/>
              </a:rPr>
              <a:t>contiene</a:t>
            </a:r>
          </a:p>
        </p:txBody>
      </p:sp>
      <p:sp>
        <p:nvSpPr>
          <p:cNvPr id="19" name="Rombo 18">
            <a:extLst>
              <a:ext uri="{FF2B5EF4-FFF2-40B4-BE49-F238E27FC236}">
                <a16:creationId xmlns:a16="http://schemas.microsoft.com/office/drawing/2014/main" id="{7AC30290-D8BF-47E1-89FD-5CF679D0700C}"/>
              </a:ext>
            </a:extLst>
          </p:cNvPr>
          <p:cNvSpPr/>
          <p:nvPr/>
        </p:nvSpPr>
        <p:spPr>
          <a:xfrm>
            <a:off x="1978589" y="5805953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 Narrow" panose="020B0606020202030204" pitchFamily="34" charset="0"/>
              </a:rPr>
              <a:t>Se relaciona</a:t>
            </a:r>
          </a:p>
        </p:txBody>
      </p:sp>
      <p:sp>
        <p:nvSpPr>
          <p:cNvPr id="20" name="Rombo 19">
            <a:extLst>
              <a:ext uri="{FF2B5EF4-FFF2-40B4-BE49-F238E27FC236}">
                <a16:creationId xmlns:a16="http://schemas.microsoft.com/office/drawing/2014/main" id="{3D1A7CF9-9F43-469F-AFAB-BE5A56D17B84}"/>
              </a:ext>
            </a:extLst>
          </p:cNvPr>
          <p:cNvSpPr/>
          <p:nvPr/>
        </p:nvSpPr>
        <p:spPr>
          <a:xfrm>
            <a:off x="663955" y="3228512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Arial Narrow" panose="020B0606020202030204" pitchFamily="34" charset="0"/>
              </a:rPr>
              <a:t>Formas pago</a:t>
            </a:r>
          </a:p>
        </p:txBody>
      </p:sp>
      <p:sp>
        <p:nvSpPr>
          <p:cNvPr id="21" name="Rombo 20">
            <a:extLst>
              <a:ext uri="{FF2B5EF4-FFF2-40B4-BE49-F238E27FC236}">
                <a16:creationId xmlns:a16="http://schemas.microsoft.com/office/drawing/2014/main" id="{4E0CD9D5-42E3-4C4A-B24B-C1AFB3200CC7}"/>
              </a:ext>
            </a:extLst>
          </p:cNvPr>
          <p:cNvSpPr/>
          <p:nvPr/>
        </p:nvSpPr>
        <p:spPr>
          <a:xfrm>
            <a:off x="2622960" y="3699029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 Narrow" panose="020B0606020202030204" pitchFamily="34" charset="0"/>
              </a:rPr>
              <a:t>realiza</a:t>
            </a:r>
            <a:endParaRPr lang="es-MX" sz="1200" dirty="0">
              <a:latin typeface="Arial Narrow" panose="020B0606020202030204" pitchFamily="34" charset="0"/>
            </a:endParaRPr>
          </a:p>
        </p:txBody>
      </p:sp>
      <p:sp>
        <p:nvSpPr>
          <p:cNvPr id="22" name="Rombo 21">
            <a:extLst>
              <a:ext uri="{FF2B5EF4-FFF2-40B4-BE49-F238E27FC236}">
                <a16:creationId xmlns:a16="http://schemas.microsoft.com/office/drawing/2014/main" id="{ADE85512-4FF4-4A0D-92C5-A9A37F2220DD}"/>
              </a:ext>
            </a:extLst>
          </p:cNvPr>
          <p:cNvSpPr/>
          <p:nvPr/>
        </p:nvSpPr>
        <p:spPr>
          <a:xfrm>
            <a:off x="5575011" y="3495064"/>
            <a:ext cx="1417862" cy="71351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latin typeface="Arial Narrow" panose="020B0606020202030204" pitchFamily="34" charset="0"/>
              </a:rPr>
              <a:t>tiene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1249D71-02AF-41B3-BFFC-D06F3BEADE7E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 flipV="1">
            <a:off x="5370989" y="1045850"/>
            <a:ext cx="559100" cy="42286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7D54CC4E-95C9-4F86-8F2A-50DD6C5C35A9}"/>
              </a:ext>
            </a:extLst>
          </p:cNvPr>
          <p:cNvCxnSpPr>
            <a:cxnSpLocks/>
            <a:stCxn id="15" idx="2"/>
            <a:endCxn id="9" idx="1"/>
          </p:cNvCxnSpPr>
          <p:nvPr/>
        </p:nvCxnSpPr>
        <p:spPr>
          <a:xfrm rot="16200000" flipH="1">
            <a:off x="6715540" y="1326087"/>
            <a:ext cx="667184" cy="820224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26ECB172-B9EE-4477-B0FA-6F6D9BFC6FC3}"/>
              </a:ext>
            </a:extLst>
          </p:cNvPr>
          <p:cNvCxnSpPr>
            <a:cxnSpLocks/>
            <a:stCxn id="12" idx="2"/>
            <a:endCxn id="19" idx="1"/>
          </p:cNvCxnSpPr>
          <p:nvPr/>
        </p:nvCxnSpPr>
        <p:spPr>
          <a:xfrm rot="16200000" flipH="1">
            <a:off x="1615812" y="5799932"/>
            <a:ext cx="412203" cy="313352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65E2C45D-D255-4A86-9471-78990EE20DA1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2504982" y="793637"/>
            <a:ext cx="1240434" cy="2944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EBE7FE41-A444-4655-8CD4-E2D430C2F794}"/>
              </a:ext>
            </a:extLst>
          </p:cNvPr>
          <p:cNvCxnSpPr>
            <a:cxnSpLocks/>
            <a:stCxn id="16" idx="1"/>
            <a:endCxn id="5" idx="1"/>
          </p:cNvCxnSpPr>
          <p:nvPr/>
        </p:nvCxnSpPr>
        <p:spPr>
          <a:xfrm rot="10800000" flipV="1">
            <a:off x="692980" y="793637"/>
            <a:ext cx="394141" cy="1401018"/>
          </a:xfrm>
          <a:prstGeom prst="bentConnector3">
            <a:avLst>
              <a:gd name="adj1" fmla="val 158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774975BF-6E12-4806-B9FE-045C738423F2}"/>
              </a:ext>
            </a:extLst>
          </p:cNvPr>
          <p:cNvCxnSpPr>
            <a:cxnSpLocks/>
            <a:stCxn id="17" idx="2"/>
            <a:endCxn id="6" idx="1"/>
          </p:cNvCxnSpPr>
          <p:nvPr/>
        </p:nvCxnSpPr>
        <p:spPr>
          <a:xfrm rot="16200000" flipH="1">
            <a:off x="3231537" y="2560109"/>
            <a:ext cx="576603" cy="657562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47709CFC-E614-40E4-A58E-22F3B5F4001A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2318552" y="2194655"/>
            <a:ext cx="163574" cy="4917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0BB3BEE4-26F3-45E1-80FE-22BF6F0B2A5D}"/>
              </a:ext>
            </a:extLst>
          </p:cNvPr>
          <p:cNvCxnSpPr>
            <a:cxnSpLocks/>
            <a:stCxn id="6" idx="3"/>
            <a:endCxn id="22" idx="0"/>
          </p:cNvCxnSpPr>
          <p:nvPr/>
        </p:nvCxnSpPr>
        <p:spPr>
          <a:xfrm flipH="1">
            <a:off x="6283942" y="3177192"/>
            <a:ext cx="787417" cy="317872"/>
          </a:xfrm>
          <a:prstGeom prst="bentConnector4">
            <a:avLst>
              <a:gd name="adj1" fmla="val -29032"/>
              <a:gd name="adj2" fmla="val 7138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F7476795-02F9-473B-BF29-949B7D615675}"/>
              </a:ext>
            </a:extLst>
          </p:cNvPr>
          <p:cNvCxnSpPr>
            <a:cxnSpLocks/>
            <a:stCxn id="22" idx="2"/>
            <a:endCxn id="10" idx="1"/>
          </p:cNvCxnSpPr>
          <p:nvPr/>
        </p:nvCxnSpPr>
        <p:spPr>
          <a:xfrm rot="16200000" flipH="1">
            <a:off x="6384142" y="4108378"/>
            <a:ext cx="486626" cy="687026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FCABA25B-6EE3-4056-AEED-F542DCF9F66F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rot="5400000">
            <a:off x="1009215" y="2731960"/>
            <a:ext cx="860223" cy="1328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F0B65CDF-FE73-4D66-B479-09A83E35E899}"/>
              </a:ext>
            </a:extLst>
          </p:cNvPr>
          <p:cNvCxnSpPr>
            <a:cxnSpLocks/>
            <a:stCxn id="20" idx="1"/>
            <a:endCxn id="12" idx="1"/>
          </p:cNvCxnSpPr>
          <p:nvPr/>
        </p:nvCxnSpPr>
        <p:spPr>
          <a:xfrm rot="10800000" flipV="1">
            <a:off x="536475" y="3585269"/>
            <a:ext cx="127481" cy="1991604"/>
          </a:xfrm>
          <a:prstGeom prst="bentConnector3">
            <a:avLst>
              <a:gd name="adj1" fmla="val 27932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E29EC864-AFEE-4FA0-81A5-374247A48784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rot="5400000">
            <a:off x="4202998" y="2442037"/>
            <a:ext cx="385885" cy="212809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A53B9851-2279-495F-9561-82376F715885}"/>
              </a:ext>
            </a:extLst>
          </p:cNvPr>
          <p:cNvCxnSpPr>
            <a:cxnSpLocks/>
            <a:stCxn id="21" idx="2"/>
            <a:endCxn id="14" idx="1"/>
          </p:cNvCxnSpPr>
          <p:nvPr/>
        </p:nvCxnSpPr>
        <p:spPr>
          <a:xfrm rot="16200000" flipH="1">
            <a:off x="3561422" y="4183011"/>
            <a:ext cx="583321" cy="1042383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1752B49B-A476-4E0A-9933-0D5914CBE816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3396451" y="6162710"/>
            <a:ext cx="771863" cy="36169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upo 73">
            <a:extLst>
              <a:ext uri="{FF2B5EF4-FFF2-40B4-BE49-F238E27FC236}">
                <a16:creationId xmlns:a16="http://schemas.microsoft.com/office/drawing/2014/main" id="{35251E5B-FB90-49B0-8270-1D89DC64C6AB}"/>
              </a:ext>
            </a:extLst>
          </p:cNvPr>
          <p:cNvGrpSpPr/>
          <p:nvPr/>
        </p:nvGrpSpPr>
        <p:grpSpPr>
          <a:xfrm>
            <a:off x="3805963" y="618912"/>
            <a:ext cx="189651" cy="309638"/>
            <a:chOff x="2192784" y="941033"/>
            <a:chExt cx="710214" cy="1349406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15A116F8-0B5B-4EB3-B5FA-F24FE4B4E0A4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773C3186-88C8-47AB-AA20-46FE3B36E2CF}"/>
                </a:ext>
              </a:extLst>
            </p:cNvPr>
            <p:cNvCxnSpPr>
              <a:stCxn id="7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DB602D96-D16B-4C7C-9E5A-9CB2FC29FE2B}"/>
              </a:ext>
            </a:extLst>
          </p:cNvPr>
          <p:cNvGrpSpPr/>
          <p:nvPr/>
        </p:nvGrpSpPr>
        <p:grpSpPr>
          <a:xfrm>
            <a:off x="4131145" y="618912"/>
            <a:ext cx="189651" cy="309638"/>
            <a:chOff x="2192784" y="941033"/>
            <a:chExt cx="710214" cy="1349406"/>
          </a:xfrm>
        </p:grpSpPr>
        <p:sp>
          <p:nvSpPr>
            <p:cNvPr id="155" name="Elipse 154">
              <a:extLst>
                <a:ext uri="{FF2B5EF4-FFF2-40B4-BE49-F238E27FC236}">
                  <a16:creationId xmlns:a16="http://schemas.microsoft.com/office/drawing/2014/main" id="{F57CCBC2-198B-41D7-94A1-272B9C2A8174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56" name="Conector recto 155">
              <a:extLst>
                <a:ext uri="{FF2B5EF4-FFF2-40B4-BE49-F238E27FC236}">
                  <a16:creationId xmlns:a16="http://schemas.microsoft.com/office/drawing/2014/main" id="{22CBFF93-3D69-42C2-A309-2276010B24B1}"/>
                </a:ext>
              </a:extLst>
            </p:cNvPr>
            <p:cNvCxnSpPr>
              <a:stCxn id="15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upo 159">
            <a:extLst>
              <a:ext uri="{FF2B5EF4-FFF2-40B4-BE49-F238E27FC236}">
                <a16:creationId xmlns:a16="http://schemas.microsoft.com/office/drawing/2014/main" id="{B0AC82EF-7DFB-4306-BA81-A49BE3B11882}"/>
              </a:ext>
            </a:extLst>
          </p:cNvPr>
          <p:cNvGrpSpPr/>
          <p:nvPr/>
        </p:nvGrpSpPr>
        <p:grpSpPr>
          <a:xfrm>
            <a:off x="4768180" y="628985"/>
            <a:ext cx="189651" cy="309638"/>
            <a:chOff x="2192784" y="941033"/>
            <a:chExt cx="710214" cy="1349406"/>
          </a:xfrm>
        </p:grpSpPr>
        <p:sp>
          <p:nvSpPr>
            <p:cNvPr id="161" name="Elipse 160">
              <a:extLst>
                <a:ext uri="{FF2B5EF4-FFF2-40B4-BE49-F238E27FC236}">
                  <a16:creationId xmlns:a16="http://schemas.microsoft.com/office/drawing/2014/main" id="{AA85DAEF-E63A-4BB0-A81F-248D1CEC341F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24DAD07A-FB90-4EFF-84E0-0F1AED00E9CD}"/>
                </a:ext>
              </a:extLst>
            </p:cNvPr>
            <p:cNvCxnSpPr>
              <a:stCxn id="161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90E715E0-5617-42AC-846C-F037A10088EE}"/>
              </a:ext>
            </a:extLst>
          </p:cNvPr>
          <p:cNvGrpSpPr/>
          <p:nvPr/>
        </p:nvGrpSpPr>
        <p:grpSpPr>
          <a:xfrm>
            <a:off x="5215430" y="618912"/>
            <a:ext cx="189651" cy="309638"/>
            <a:chOff x="2192784" y="941033"/>
            <a:chExt cx="710214" cy="1349406"/>
          </a:xfrm>
        </p:grpSpPr>
        <p:sp>
          <p:nvSpPr>
            <p:cNvPr id="164" name="Elipse 163">
              <a:extLst>
                <a:ext uri="{FF2B5EF4-FFF2-40B4-BE49-F238E27FC236}">
                  <a16:creationId xmlns:a16="http://schemas.microsoft.com/office/drawing/2014/main" id="{9ABEDB45-7232-4286-9CC0-A9BB229B5B57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A2F57403-9067-4F12-8843-FC73CCC04E3C}"/>
                </a:ext>
              </a:extLst>
            </p:cNvPr>
            <p:cNvCxnSpPr>
              <a:stCxn id="164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upo 173">
            <a:extLst>
              <a:ext uri="{FF2B5EF4-FFF2-40B4-BE49-F238E27FC236}">
                <a16:creationId xmlns:a16="http://schemas.microsoft.com/office/drawing/2014/main" id="{821459C6-EAA1-41B4-A7C4-F0A6F3187083}"/>
              </a:ext>
            </a:extLst>
          </p:cNvPr>
          <p:cNvGrpSpPr/>
          <p:nvPr/>
        </p:nvGrpSpPr>
        <p:grpSpPr>
          <a:xfrm>
            <a:off x="3924059" y="2699714"/>
            <a:ext cx="189651" cy="309638"/>
            <a:chOff x="2192784" y="941033"/>
            <a:chExt cx="710214" cy="1349406"/>
          </a:xfrm>
        </p:grpSpPr>
        <p:sp>
          <p:nvSpPr>
            <p:cNvPr id="175" name="Elipse 174">
              <a:extLst>
                <a:ext uri="{FF2B5EF4-FFF2-40B4-BE49-F238E27FC236}">
                  <a16:creationId xmlns:a16="http://schemas.microsoft.com/office/drawing/2014/main" id="{4680115E-E4AD-4ABF-9A7E-385132C6938E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CA47F884-EB58-461C-934B-607DC4D53711}"/>
                </a:ext>
              </a:extLst>
            </p:cNvPr>
            <p:cNvCxnSpPr>
              <a:stCxn id="17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B2F1BCE3-BEA0-47FC-A413-ADFE156ECA4F}"/>
              </a:ext>
            </a:extLst>
          </p:cNvPr>
          <p:cNvGrpSpPr/>
          <p:nvPr/>
        </p:nvGrpSpPr>
        <p:grpSpPr>
          <a:xfrm>
            <a:off x="4249241" y="2699714"/>
            <a:ext cx="189651" cy="309638"/>
            <a:chOff x="2192784" y="941033"/>
            <a:chExt cx="710214" cy="1349406"/>
          </a:xfrm>
        </p:grpSpPr>
        <p:sp>
          <p:nvSpPr>
            <p:cNvPr id="178" name="Elipse 177">
              <a:extLst>
                <a:ext uri="{FF2B5EF4-FFF2-40B4-BE49-F238E27FC236}">
                  <a16:creationId xmlns:a16="http://schemas.microsoft.com/office/drawing/2014/main" id="{0A88F673-5B3B-423B-B2D2-CBBCC8EFA142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AD904B40-30C2-47C6-B330-E321129E6FC4}"/>
                </a:ext>
              </a:extLst>
            </p:cNvPr>
            <p:cNvCxnSpPr>
              <a:stCxn id="178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2F10BDC9-343A-46C1-A060-CB4715C4ED02}"/>
              </a:ext>
            </a:extLst>
          </p:cNvPr>
          <p:cNvGrpSpPr/>
          <p:nvPr/>
        </p:nvGrpSpPr>
        <p:grpSpPr>
          <a:xfrm>
            <a:off x="4557551" y="2691566"/>
            <a:ext cx="189651" cy="309638"/>
            <a:chOff x="2192784" y="941033"/>
            <a:chExt cx="710214" cy="1349406"/>
          </a:xfrm>
        </p:grpSpPr>
        <p:sp>
          <p:nvSpPr>
            <p:cNvPr id="181" name="Elipse 180">
              <a:extLst>
                <a:ext uri="{FF2B5EF4-FFF2-40B4-BE49-F238E27FC236}">
                  <a16:creationId xmlns:a16="http://schemas.microsoft.com/office/drawing/2014/main" id="{88536EA5-3E97-42BB-BB45-F1688F81C145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82" name="Conector recto 181">
              <a:extLst>
                <a:ext uri="{FF2B5EF4-FFF2-40B4-BE49-F238E27FC236}">
                  <a16:creationId xmlns:a16="http://schemas.microsoft.com/office/drawing/2014/main" id="{2B7CD040-8DE8-4EF9-BB3E-EB37C10A1259}"/>
                </a:ext>
              </a:extLst>
            </p:cNvPr>
            <p:cNvCxnSpPr>
              <a:stCxn id="181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upo 182">
            <a:extLst>
              <a:ext uri="{FF2B5EF4-FFF2-40B4-BE49-F238E27FC236}">
                <a16:creationId xmlns:a16="http://schemas.microsoft.com/office/drawing/2014/main" id="{1A667D88-3C93-471B-804C-54E8D368580F}"/>
              </a:ext>
            </a:extLst>
          </p:cNvPr>
          <p:cNvGrpSpPr/>
          <p:nvPr/>
        </p:nvGrpSpPr>
        <p:grpSpPr>
          <a:xfrm>
            <a:off x="4886276" y="2709787"/>
            <a:ext cx="189651" cy="309638"/>
            <a:chOff x="2192784" y="941033"/>
            <a:chExt cx="710214" cy="1349406"/>
          </a:xfrm>
        </p:grpSpPr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id="{00F2D0F8-9BD1-4A7F-A6ED-1C6D18478C55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85" name="Conector recto 184">
              <a:extLst>
                <a:ext uri="{FF2B5EF4-FFF2-40B4-BE49-F238E27FC236}">
                  <a16:creationId xmlns:a16="http://schemas.microsoft.com/office/drawing/2014/main" id="{8EEAD839-1D95-4FD2-B539-58C5DFB86916}"/>
                </a:ext>
              </a:extLst>
            </p:cNvPr>
            <p:cNvCxnSpPr>
              <a:stCxn id="184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5C3CE7C0-7C6B-47F9-824E-A684E1A823AD}"/>
              </a:ext>
            </a:extLst>
          </p:cNvPr>
          <p:cNvGrpSpPr/>
          <p:nvPr/>
        </p:nvGrpSpPr>
        <p:grpSpPr>
          <a:xfrm>
            <a:off x="5210332" y="2699714"/>
            <a:ext cx="189651" cy="309638"/>
            <a:chOff x="2192784" y="941033"/>
            <a:chExt cx="710214" cy="1349406"/>
          </a:xfrm>
        </p:grpSpPr>
        <p:sp>
          <p:nvSpPr>
            <p:cNvPr id="187" name="Elipse 186">
              <a:extLst>
                <a:ext uri="{FF2B5EF4-FFF2-40B4-BE49-F238E27FC236}">
                  <a16:creationId xmlns:a16="http://schemas.microsoft.com/office/drawing/2014/main" id="{8F8CB965-236A-4241-9361-2616A72277DC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88" name="Conector recto 187">
              <a:extLst>
                <a:ext uri="{FF2B5EF4-FFF2-40B4-BE49-F238E27FC236}">
                  <a16:creationId xmlns:a16="http://schemas.microsoft.com/office/drawing/2014/main" id="{B9429F8F-C1D1-4E5E-8952-0BE289EB51C9}"/>
                </a:ext>
              </a:extLst>
            </p:cNvPr>
            <p:cNvCxnSpPr>
              <a:stCxn id="187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EDE7C9AB-FA2A-4FC0-8ACD-6F361D22060D}"/>
              </a:ext>
            </a:extLst>
          </p:cNvPr>
          <p:cNvGrpSpPr/>
          <p:nvPr/>
        </p:nvGrpSpPr>
        <p:grpSpPr>
          <a:xfrm>
            <a:off x="5453010" y="2681493"/>
            <a:ext cx="189651" cy="309638"/>
            <a:chOff x="2192784" y="941033"/>
            <a:chExt cx="710214" cy="1349406"/>
          </a:xfrm>
        </p:grpSpPr>
        <p:sp>
          <p:nvSpPr>
            <p:cNvPr id="190" name="Elipse 189">
              <a:extLst>
                <a:ext uri="{FF2B5EF4-FFF2-40B4-BE49-F238E27FC236}">
                  <a16:creationId xmlns:a16="http://schemas.microsoft.com/office/drawing/2014/main" id="{D0A3924C-58D2-4C8A-8742-5E38C87430F2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1" name="Conector recto 190">
              <a:extLst>
                <a:ext uri="{FF2B5EF4-FFF2-40B4-BE49-F238E27FC236}">
                  <a16:creationId xmlns:a16="http://schemas.microsoft.com/office/drawing/2014/main" id="{01536FE9-B208-4F1F-925B-3C5FB37FB3FF}"/>
                </a:ext>
              </a:extLst>
            </p:cNvPr>
            <p:cNvCxnSpPr>
              <a:stCxn id="190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A87570ED-4DE5-4179-9392-C670E3121BB8}"/>
              </a:ext>
            </a:extLst>
          </p:cNvPr>
          <p:cNvGrpSpPr/>
          <p:nvPr/>
        </p:nvGrpSpPr>
        <p:grpSpPr>
          <a:xfrm>
            <a:off x="5778192" y="2681493"/>
            <a:ext cx="189651" cy="309638"/>
            <a:chOff x="2192784" y="941033"/>
            <a:chExt cx="710214" cy="1349406"/>
          </a:xfrm>
        </p:grpSpPr>
        <p:sp>
          <p:nvSpPr>
            <p:cNvPr id="193" name="Elipse 192">
              <a:extLst>
                <a:ext uri="{FF2B5EF4-FFF2-40B4-BE49-F238E27FC236}">
                  <a16:creationId xmlns:a16="http://schemas.microsoft.com/office/drawing/2014/main" id="{CAA39224-978E-4179-9EF7-846345C84DFE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4" name="Conector recto 193">
              <a:extLst>
                <a:ext uri="{FF2B5EF4-FFF2-40B4-BE49-F238E27FC236}">
                  <a16:creationId xmlns:a16="http://schemas.microsoft.com/office/drawing/2014/main" id="{315BA498-F34B-47D8-9D3F-9296DC713353}"/>
                </a:ext>
              </a:extLst>
            </p:cNvPr>
            <p:cNvCxnSpPr>
              <a:stCxn id="193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Grupo 194">
            <a:extLst>
              <a:ext uri="{FF2B5EF4-FFF2-40B4-BE49-F238E27FC236}">
                <a16:creationId xmlns:a16="http://schemas.microsoft.com/office/drawing/2014/main" id="{F7F85B69-856A-49BF-8656-1C01A6CC9148}"/>
              </a:ext>
            </a:extLst>
          </p:cNvPr>
          <p:cNvGrpSpPr/>
          <p:nvPr/>
        </p:nvGrpSpPr>
        <p:grpSpPr>
          <a:xfrm>
            <a:off x="6086502" y="2673345"/>
            <a:ext cx="189651" cy="309638"/>
            <a:chOff x="2192784" y="941033"/>
            <a:chExt cx="710214" cy="1349406"/>
          </a:xfrm>
        </p:grpSpPr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730731FA-DA3E-4077-B53A-5D84295EE384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197" name="Conector recto 196">
              <a:extLst>
                <a:ext uri="{FF2B5EF4-FFF2-40B4-BE49-F238E27FC236}">
                  <a16:creationId xmlns:a16="http://schemas.microsoft.com/office/drawing/2014/main" id="{924CE78E-0A25-448F-9DC5-68600CD21566}"/>
                </a:ext>
              </a:extLst>
            </p:cNvPr>
            <p:cNvCxnSpPr>
              <a:stCxn id="196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584078B2-C260-41B2-9C5B-21F2DAB1AD0F}"/>
              </a:ext>
            </a:extLst>
          </p:cNvPr>
          <p:cNvGrpSpPr/>
          <p:nvPr/>
        </p:nvGrpSpPr>
        <p:grpSpPr>
          <a:xfrm>
            <a:off x="6415227" y="2691566"/>
            <a:ext cx="189651" cy="309638"/>
            <a:chOff x="2192784" y="941033"/>
            <a:chExt cx="710214" cy="1349406"/>
          </a:xfrm>
        </p:grpSpPr>
        <p:sp>
          <p:nvSpPr>
            <p:cNvPr id="199" name="Elipse 198">
              <a:extLst>
                <a:ext uri="{FF2B5EF4-FFF2-40B4-BE49-F238E27FC236}">
                  <a16:creationId xmlns:a16="http://schemas.microsoft.com/office/drawing/2014/main" id="{A2F7195C-0ABA-4734-A7F1-24582EABE8DA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00" name="Conector recto 199">
              <a:extLst>
                <a:ext uri="{FF2B5EF4-FFF2-40B4-BE49-F238E27FC236}">
                  <a16:creationId xmlns:a16="http://schemas.microsoft.com/office/drawing/2014/main" id="{74A78007-AFC6-4734-ADAD-5CF337C3B0D0}"/>
                </a:ext>
              </a:extLst>
            </p:cNvPr>
            <p:cNvCxnSpPr>
              <a:stCxn id="199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9888C61C-BAF0-422A-8A68-4D039EE506CD}"/>
              </a:ext>
            </a:extLst>
          </p:cNvPr>
          <p:cNvGrpSpPr/>
          <p:nvPr/>
        </p:nvGrpSpPr>
        <p:grpSpPr>
          <a:xfrm>
            <a:off x="6739283" y="2681493"/>
            <a:ext cx="189651" cy="309638"/>
            <a:chOff x="2192784" y="941033"/>
            <a:chExt cx="710214" cy="1349406"/>
          </a:xfrm>
        </p:grpSpPr>
        <p:sp>
          <p:nvSpPr>
            <p:cNvPr id="202" name="Elipse 201">
              <a:extLst>
                <a:ext uri="{FF2B5EF4-FFF2-40B4-BE49-F238E27FC236}">
                  <a16:creationId xmlns:a16="http://schemas.microsoft.com/office/drawing/2014/main" id="{5A95D550-BAE4-4FF4-B3A2-BA0393E1FAE4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4128B929-07F1-4B91-8ED6-84A235F361BF}"/>
                </a:ext>
              </a:extLst>
            </p:cNvPr>
            <p:cNvCxnSpPr>
              <a:stCxn id="20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F27D27B7-CCC0-4A34-B028-BCC498CC572D}"/>
              </a:ext>
            </a:extLst>
          </p:cNvPr>
          <p:cNvGrpSpPr/>
          <p:nvPr/>
        </p:nvGrpSpPr>
        <p:grpSpPr>
          <a:xfrm>
            <a:off x="852902" y="1705114"/>
            <a:ext cx="189651" cy="309638"/>
            <a:chOff x="2192784" y="941033"/>
            <a:chExt cx="710214" cy="1349406"/>
          </a:xfrm>
        </p:grpSpPr>
        <p:sp>
          <p:nvSpPr>
            <p:cNvPr id="215" name="Elipse 214">
              <a:extLst>
                <a:ext uri="{FF2B5EF4-FFF2-40B4-BE49-F238E27FC236}">
                  <a16:creationId xmlns:a16="http://schemas.microsoft.com/office/drawing/2014/main" id="{946F93C2-2D83-45E5-BA52-84EA98A77CEE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16" name="Conector recto 215">
              <a:extLst>
                <a:ext uri="{FF2B5EF4-FFF2-40B4-BE49-F238E27FC236}">
                  <a16:creationId xmlns:a16="http://schemas.microsoft.com/office/drawing/2014/main" id="{21A4FD35-15F3-4756-91EC-5C4E28E70658}"/>
                </a:ext>
              </a:extLst>
            </p:cNvPr>
            <p:cNvCxnSpPr>
              <a:stCxn id="21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upo 216">
            <a:extLst>
              <a:ext uri="{FF2B5EF4-FFF2-40B4-BE49-F238E27FC236}">
                <a16:creationId xmlns:a16="http://schemas.microsoft.com/office/drawing/2014/main" id="{F7EDEDBE-4B22-431A-B7E2-A31BF4629B35}"/>
              </a:ext>
            </a:extLst>
          </p:cNvPr>
          <p:cNvGrpSpPr/>
          <p:nvPr/>
        </p:nvGrpSpPr>
        <p:grpSpPr>
          <a:xfrm>
            <a:off x="1178084" y="1705114"/>
            <a:ext cx="189651" cy="309638"/>
            <a:chOff x="2192784" y="941033"/>
            <a:chExt cx="710214" cy="1349406"/>
          </a:xfrm>
        </p:grpSpPr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5896F58D-EB00-4332-BC2D-8B9326376431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19" name="Conector recto 218">
              <a:extLst>
                <a:ext uri="{FF2B5EF4-FFF2-40B4-BE49-F238E27FC236}">
                  <a16:creationId xmlns:a16="http://schemas.microsoft.com/office/drawing/2014/main" id="{1613AA39-FBF5-4915-A83B-568849D3E236}"/>
                </a:ext>
              </a:extLst>
            </p:cNvPr>
            <p:cNvCxnSpPr>
              <a:stCxn id="218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Grupo 219">
            <a:extLst>
              <a:ext uri="{FF2B5EF4-FFF2-40B4-BE49-F238E27FC236}">
                <a16:creationId xmlns:a16="http://schemas.microsoft.com/office/drawing/2014/main" id="{4B28433E-1121-4879-8E5E-7F1026071EEA}"/>
              </a:ext>
            </a:extLst>
          </p:cNvPr>
          <p:cNvGrpSpPr/>
          <p:nvPr/>
        </p:nvGrpSpPr>
        <p:grpSpPr>
          <a:xfrm>
            <a:off x="1486394" y="1696966"/>
            <a:ext cx="189651" cy="309638"/>
            <a:chOff x="2192784" y="941033"/>
            <a:chExt cx="710214" cy="1349406"/>
          </a:xfrm>
        </p:grpSpPr>
        <p:sp>
          <p:nvSpPr>
            <p:cNvPr id="221" name="Elipse 220">
              <a:extLst>
                <a:ext uri="{FF2B5EF4-FFF2-40B4-BE49-F238E27FC236}">
                  <a16:creationId xmlns:a16="http://schemas.microsoft.com/office/drawing/2014/main" id="{095A18BD-9ACE-4666-8FFE-02246AF9C15C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22" name="Conector recto 221">
              <a:extLst>
                <a:ext uri="{FF2B5EF4-FFF2-40B4-BE49-F238E27FC236}">
                  <a16:creationId xmlns:a16="http://schemas.microsoft.com/office/drawing/2014/main" id="{FA71B321-C20C-4BA1-ADFE-B9F11715DEED}"/>
                </a:ext>
              </a:extLst>
            </p:cNvPr>
            <p:cNvCxnSpPr>
              <a:stCxn id="221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3" name="Grupo 222">
            <a:extLst>
              <a:ext uri="{FF2B5EF4-FFF2-40B4-BE49-F238E27FC236}">
                <a16:creationId xmlns:a16="http://schemas.microsoft.com/office/drawing/2014/main" id="{83986CC5-D88D-49EA-BBFE-7894A63F072F}"/>
              </a:ext>
            </a:extLst>
          </p:cNvPr>
          <p:cNvGrpSpPr/>
          <p:nvPr/>
        </p:nvGrpSpPr>
        <p:grpSpPr>
          <a:xfrm>
            <a:off x="1815119" y="1715187"/>
            <a:ext cx="189651" cy="309638"/>
            <a:chOff x="2192784" y="941033"/>
            <a:chExt cx="710214" cy="1349406"/>
          </a:xfrm>
        </p:grpSpPr>
        <p:sp>
          <p:nvSpPr>
            <p:cNvPr id="224" name="Elipse 223">
              <a:extLst>
                <a:ext uri="{FF2B5EF4-FFF2-40B4-BE49-F238E27FC236}">
                  <a16:creationId xmlns:a16="http://schemas.microsoft.com/office/drawing/2014/main" id="{3F4D5B3A-B19B-449A-948D-6327234CF413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25" name="Conector recto 224">
              <a:extLst>
                <a:ext uri="{FF2B5EF4-FFF2-40B4-BE49-F238E27FC236}">
                  <a16:creationId xmlns:a16="http://schemas.microsoft.com/office/drawing/2014/main" id="{FCC1FFBB-0F76-4A95-8D5D-F97E8E27F676}"/>
                </a:ext>
              </a:extLst>
            </p:cNvPr>
            <p:cNvCxnSpPr>
              <a:stCxn id="224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Grupo 228">
            <a:extLst>
              <a:ext uri="{FF2B5EF4-FFF2-40B4-BE49-F238E27FC236}">
                <a16:creationId xmlns:a16="http://schemas.microsoft.com/office/drawing/2014/main" id="{5232BF58-5E55-4A6B-A6A5-91B025A33CF6}"/>
              </a:ext>
            </a:extLst>
          </p:cNvPr>
          <p:cNvGrpSpPr/>
          <p:nvPr/>
        </p:nvGrpSpPr>
        <p:grpSpPr>
          <a:xfrm>
            <a:off x="7003997" y="4184894"/>
            <a:ext cx="189651" cy="309638"/>
            <a:chOff x="2192784" y="941033"/>
            <a:chExt cx="710214" cy="1349406"/>
          </a:xfrm>
        </p:grpSpPr>
        <p:sp>
          <p:nvSpPr>
            <p:cNvPr id="230" name="Elipse 229">
              <a:extLst>
                <a:ext uri="{FF2B5EF4-FFF2-40B4-BE49-F238E27FC236}">
                  <a16:creationId xmlns:a16="http://schemas.microsoft.com/office/drawing/2014/main" id="{0C99B178-AB4B-4C2D-BE21-399927E9B224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31" name="Conector recto 230">
              <a:extLst>
                <a:ext uri="{FF2B5EF4-FFF2-40B4-BE49-F238E27FC236}">
                  <a16:creationId xmlns:a16="http://schemas.microsoft.com/office/drawing/2014/main" id="{CECD1BFE-3C07-4577-B01C-14925B760D47}"/>
                </a:ext>
              </a:extLst>
            </p:cNvPr>
            <p:cNvCxnSpPr>
              <a:stCxn id="230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EF1BFD54-D2E3-441B-8F2B-0FF52E8884CE}"/>
              </a:ext>
            </a:extLst>
          </p:cNvPr>
          <p:cNvGrpSpPr/>
          <p:nvPr/>
        </p:nvGrpSpPr>
        <p:grpSpPr>
          <a:xfrm>
            <a:off x="7329179" y="4184894"/>
            <a:ext cx="189651" cy="309638"/>
            <a:chOff x="2192784" y="941033"/>
            <a:chExt cx="710214" cy="1349406"/>
          </a:xfrm>
        </p:grpSpPr>
        <p:sp>
          <p:nvSpPr>
            <p:cNvPr id="233" name="Elipse 232">
              <a:extLst>
                <a:ext uri="{FF2B5EF4-FFF2-40B4-BE49-F238E27FC236}">
                  <a16:creationId xmlns:a16="http://schemas.microsoft.com/office/drawing/2014/main" id="{64B463CD-608C-4980-9DD5-67F8EB67782D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34" name="Conector recto 233">
              <a:extLst>
                <a:ext uri="{FF2B5EF4-FFF2-40B4-BE49-F238E27FC236}">
                  <a16:creationId xmlns:a16="http://schemas.microsoft.com/office/drawing/2014/main" id="{DEA7465E-58E6-4C4F-985B-5E974EAAB4F9}"/>
                </a:ext>
              </a:extLst>
            </p:cNvPr>
            <p:cNvCxnSpPr>
              <a:stCxn id="233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67B62950-7CE7-418F-A3A5-8D231CE400BF}"/>
              </a:ext>
            </a:extLst>
          </p:cNvPr>
          <p:cNvGrpSpPr/>
          <p:nvPr/>
        </p:nvGrpSpPr>
        <p:grpSpPr>
          <a:xfrm>
            <a:off x="7637489" y="4176746"/>
            <a:ext cx="189651" cy="309638"/>
            <a:chOff x="2192784" y="941033"/>
            <a:chExt cx="710214" cy="1349406"/>
          </a:xfrm>
        </p:grpSpPr>
        <p:sp>
          <p:nvSpPr>
            <p:cNvPr id="236" name="Elipse 235">
              <a:extLst>
                <a:ext uri="{FF2B5EF4-FFF2-40B4-BE49-F238E27FC236}">
                  <a16:creationId xmlns:a16="http://schemas.microsoft.com/office/drawing/2014/main" id="{52C4D551-F04D-4B6B-986C-90A949097400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4F46D732-D9C1-40D1-98A9-D72D838E8974}"/>
                </a:ext>
              </a:extLst>
            </p:cNvPr>
            <p:cNvCxnSpPr>
              <a:stCxn id="236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7B5B334C-DF43-4861-B8EA-074131026C41}"/>
              </a:ext>
            </a:extLst>
          </p:cNvPr>
          <p:cNvGrpSpPr/>
          <p:nvPr/>
        </p:nvGrpSpPr>
        <p:grpSpPr>
          <a:xfrm>
            <a:off x="7966214" y="4194967"/>
            <a:ext cx="189651" cy="309638"/>
            <a:chOff x="2192784" y="941033"/>
            <a:chExt cx="710214" cy="1349406"/>
          </a:xfrm>
        </p:grpSpPr>
        <p:sp>
          <p:nvSpPr>
            <p:cNvPr id="239" name="Elipse 238">
              <a:extLst>
                <a:ext uri="{FF2B5EF4-FFF2-40B4-BE49-F238E27FC236}">
                  <a16:creationId xmlns:a16="http://schemas.microsoft.com/office/drawing/2014/main" id="{C43DBC56-37AB-4B7A-A233-7EEB872F6D4E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40" name="Conector recto 239">
              <a:extLst>
                <a:ext uri="{FF2B5EF4-FFF2-40B4-BE49-F238E27FC236}">
                  <a16:creationId xmlns:a16="http://schemas.microsoft.com/office/drawing/2014/main" id="{EC05CE23-9ED8-4337-90B1-428FA38F9F83}"/>
                </a:ext>
              </a:extLst>
            </p:cNvPr>
            <p:cNvCxnSpPr>
              <a:stCxn id="239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F1556773-481A-4EBF-BA5A-889021CAB573}"/>
              </a:ext>
            </a:extLst>
          </p:cNvPr>
          <p:cNvGrpSpPr/>
          <p:nvPr/>
        </p:nvGrpSpPr>
        <p:grpSpPr>
          <a:xfrm>
            <a:off x="8290270" y="4184894"/>
            <a:ext cx="189651" cy="309638"/>
            <a:chOff x="2192784" y="941033"/>
            <a:chExt cx="710214" cy="1349406"/>
          </a:xfrm>
        </p:grpSpPr>
        <p:sp>
          <p:nvSpPr>
            <p:cNvPr id="242" name="Elipse 241">
              <a:extLst>
                <a:ext uri="{FF2B5EF4-FFF2-40B4-BE49-F238E27FC236}">
                  <a16:creationId xmlns:a16="http://schemas.microsoft.com/office/drawing/2014/main" id="{7254508A-4E47-4FC3-BC8F-B1D44A0CC51E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43" name="Conector recto 242">
              <a:extLst>
                <a:ext uri="{FF2B5EF4-FFF2-40B4-BE49-F238E27FC236}">
                  <a16:creationId xmlns:a16="http://schemas.microsoft.com/office/drawing/2014/main" id="{C091272E-6662-479E-82F3-339B3EAA177A}"/>
                </a:ext>
              </a:extLst>
            </p:cNvPr>
            <p:cNvCxnSpPr>
              <a:stCxn id="24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upo 244">
            <a:extLst>
              <a:ext uri="{FF2B5EF4-FFF2-40B4-BE49-F238E27FC236}">
                <a16:creationId xmlns:a16="http://schemas.microsoft.com/office/drawing/2014/main" id="{1D52F21A-A26F-4C11-B959-CB7EA1A309D0}"/>
              </a:ext>
            </a:extLst>
          </p:cNvPr>
          <p:cNvGrpSpPr/>
          <p:nvPr/>
        </p:nvGrpSpPr>
        <p:grpSpPr>
          <a:xfrm>
            <a:off x="4508175" y="4468539"/>
            <a:ext cx="189651" cy="309638"/>
            <a:chOff x="2192784" y="941033"/>
            <a:chExt cx="710214" cy="1349406"/>
          </a:xfrm>
        </p:grpSpPr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E1D65DEE-A281-4CDE-A412-4BCA90C7C29A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47" name="Conector recto 246">
              <a:extLst>
                <a:ext uri="{FF2B5EF4-FFF2-40B4-BE49-F238E27FC236}">
                  <a16:creationId xmlns:a16="http://schemas.microsoft.com/office/drawing/2014/main" id="{B0445DB2-0754-48B3-8DCC-84424C016F31}"/>
                </a:ext>
              </a:extLst>
            </p:cNvPr>
            <p:cNvCxnSpPr>
              <a:stCxn id="246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upo 247">
            <a:extLst>
              <a:ext uri="{FF2B5EF4-FFF2-40B4-BE49-F238E27FC236}">
                <a16:creationId xmlns:a16="http://schemas.microsoft.com/office/drawing/2014/main" id="{8B8854A6-383E-46D4-AC96-ED1FE836DE3A}"/>
              </a:ext>
            </a:extLst>
          </p:cNvPr>
          <p:cNvGrpSpPr/>
          <p:nvPr/>
        </p:nvGrpSpPr>
        <p:grpSpPr>
          <a:xfrm>
            <a:off x="4833357" y="4468539"/>
            <a:ext cx="189651" cy="309638"/>
            <a:chOff x="2192784" y="941033"/>
            <a:chExt cx="710214" cy="1349406"/>
          </a:xfrm>
        </p:grpSpPr>
        <p:sp>
          <p:nvSpPr>
            <p:cNvPr id="249" name="Elipse 248">
              <a:extLst>
                <a:ext uri="{FF2B5EF4-FFF2-40B4-BE49-F238E27FC236}">
                  <a16:creationId xmlns:a16="http://schemas.microsoft.com/office/drawing/2014/main" id="{4EECC30E-22DB-4AAE-8F68-939C8F3DBD9F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50" name="Conector recto 249">
              <a:extLst>
                <a:ext uri="{FF2B5EF4-FFF2-40B4-BE49-F238E27FC236}">
                  <a16:creationId xmlns:a16="http://schemas.microsoft.com/office/drawing/2014/main" id="{7BE90DE3-A44D-4660-B7A2-57C3E35CF970}"/>
                </a:ext>
              </a:extLst>
            </p:cNvPr>
            <p:cNvCxnSpPr>
              <a:stCxn id="249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upo 250">
            <a:extLst>
              <a:ext uri="{FF2B5EF4-FFF2-40B4-BE49-F238E27FC236}">
                <a16:creationId xmlns:a16="http://schemas.microsoft.com/office/drawing/2014/main" id="{597C2D39-B866-4B8A-8834-182F26DC67BE}"/>
              </a:ext>
            </a:extLst>
          </p:cNvPr>
          <p:cNvGrpSpPr/>
          <p:nvPr/>
        </p:nvGrpSpPr>
        <p:grpSpPr>
          <a:xfrm>
            <a:off x="5141667" y="4460391"/>
            <a:ext cx="189651" cy="309638"/>
            <a:chOff x="2192784" y="941033"/>
            <a:chExt cx="710214" cy="1349406"/>
          </a:xfrm>
        </p:grpSpPr>
        <p:sp>
          <p:nvSpPr>
            <p:cNvPr id="252" name="Elipse 251">
              <a:extLst>
                <a:ext uri="{FF2B5EF4-FFF2-40B4-BE49-F238E27FC236}">
                  <a16:creationId xmlns:a16="http://schemas.microsoft.com/office/drawing/2014/main" id="{B4D3C5D3-CC2B-48F6-8674-386425A7CD6A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53" name="Conector recto 252">
              <a:extLst>
                <a:ext uri="{FF2B5EF4-FFF2-40B4-BE49-F238E27FC236}">
                  <a16:creationId xmlns:a16="http://schemas.microsoft.com/office/drawing/2014/main" id="{124184F1-42F4-41C1-89FF-80AC0A0237ED}"/>
                </a:ext>
              </a:extLst>
            </p:cNvPr>
            <p:cNvCxnSpPr>
              <a:stCxn id="25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CA7CD9BC-1353-4062-AB8D-EF91955238B8}"/>
              </a:ext>
            </a:extLst>
          </p:cNvPr>
          <p:cNvGrpSpPr/>
          <p:nvPr/>
        </p:nvGrpSpPr>
        <p:grpSpPr>
          <a:xfrm>
            <a:off x="5470392" y="4478612"/>
            <a:ext cx="189651" cy="309638"/>
            <a:chOff x="2192784" y="941033"/>
            <a:chExt cx="710214" cy="1349406"/>
          </a:xfrm>
        </p:grpSpPr>
        <p:sp>
          <p:nvSpPr>
            <p:cNvPr id="255" name="Elipse 254">
              <a:extLst>
                <a:ext uri="{FF2B5EF4-FFF2-40B4-BE49-F238E27FC236}">
                  <a16:creationId xmlns:a16="http://schemas.microsoft.com/office/drawing/2014/main" id="{3275F975-C6CF-465F-95DA-AAB2392F05F2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56" name="Conector recto 255">
              <a:extLst>
                <a:ext uri="{FF2B5EF4-FFF2-40B4-BE49-F238E27FC236}">
                  <a16:creationId xmlns:a16="http://schemas.microsoft.com/office/drawing/2014/main" id="{3F1C1E40-232F-4592-8082-0FDD2D934935}"/>
                </a:ext>
              </a:extLst>
            </p:cNvPr>
            <p:cNvCxnSpPr>
              <a:stCxn id="25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Grupo 260">
            <a:extLst>
              <a:ext uri="{FF2B5EF4-FFF2-40B4-BE49-F238E27FC236}">
                <a16:creationId xmlns:a16="http://schemas.microsoft.com/office/drawing/2014/main" id="{442E3706-69DC-4738-9B75-71F8644B7E3A}"/>
              </a:ext>
            </a:extLst>
          </p:cNvPr>
          <p:cNvGrpSpPr/>
          <p:nvPr/>
        </p:nvGrpSpPr>
        <p:grpSpPr>
          <a:xfrm>
            <a:off x="528547" y="5045726"/>
            <a:ext cx="189651" cy="309638"/>
            <a:chOff x="2192784" y="941033"/>
            <a:chExt cx="710214" cy="1349406"/>
          </a:xfrm>
        </p:grpSpPr>
        <p:sp>
          <p:nvSpPr>
            <p:cNvPr id="262" name="Elipse 261">
              <a:extLst>
                <a:ext uri="{FF2B5EF4-FFF2-40B4-BE49-F238E27FC236}">
                  <a16:creationId xmlns:a16="http://schemas.microsoft.com/office/drawing/2014/main" id="{B3E55655-7FFB-4945-9303-D86E44601DA6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63" name="Conector recto 262">
              <a:extLst>
                <a:ext uri="{FF2B5EF4-FFF2-40B4-BE49-F238E27FC236}">
                  <a16:creationId xmlns:a16="http://schemas.microsoft.com/office/drawing/2014/main" id="{F579F034-B30E-4A80-9480-BD4718E8010C}"/>
                </a:ext>
              </a:extLst>
            </p:cNvPr>
            <p:cNvCxnSpPr>
              <a:stCxn id="26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Grupo 263">
            <a:extLst>
              <a:ext uri="{FF2B5EF4-FFF2-40B4-BE49-F238E27FC236}">
                <a16:creationId xmlns:a16="http://schemas.microsoft.com/office/drawing/2014/main" id="{9E474B14-97AD-40B8-AAA2-BD4B0D8EA7DB}"/>
              </a:ext>
            </a:extLst>
          </p:cNvPr>
          <p:cNvGrpSpPr/>
          <p:nvPr/>
        </p:nvGrpSpPr>
        <p:grpSpPr>
          <a:xfrm>
            <a:off x="853729" y="5045726"/>
            <a:ext cx="189651" cy="309638"/>
            <a:chOff x="2192784" y="941033"/>
            <a:chExt cx="710214" cy="1349406"/>
          </a:xfrm>
        </p:grpSpPr>
        <p:sp>
          <p:nvSpPr>
            <p:cNvPr id="265" name="Elipse 264">
              <a:extLst>
                <a:ext uri="{FF2B5EF4-FFF2-40B4-BE49-F238E27FC236}">
                  <a16:creationId xmlns:a16="http://schemas.microsoft.com/office/drawing/2014/main" id="{61646221-D3E2-4BA9-A7D7-093E6CA799A9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66" name="Conector recto 265">
              <a:extLst>
                <a:ext uri="{FF2B5EF4-FFF2-40B4-BE49-F238E27FC236}">
                  <a16:creationId xmlns:a16="http://schemas.microsoft.com/office/drawing/2014/main" id="{10C34861-2F4B-4831-BD53-B345E91CF6C0}"/>
                </a:ext>
              </a:extLst>
            </p:cNvPr>
            <p:cNvCxnSpPr>
              <a:stCxn id="26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7" name="Grupo 266">
            <a:extLst>
              <a:ext uri="{FF2B5EF4-FFF2-40B4-BE49-F238E27FC236}">
                <a16:creationId xmlns:a16="http://schemas.microsoft.com/office/drawing/2014/main" id="{6B000DFF-49B1-4312-9AB3-A69244658857}"/>
              </a:ext>
            </a:extLst>
          </p:cNvPr>
          <p:cNvGrpSpPr/>
          <p:nvPr/>
        </p:nvGrpSpPr>
        <p:grpSpPr>
          <a:xfrm>
            <a:off x="1162039" y="5037578"/>
            <a:ext cx="189651" cy="309638"/>
            <a:chOff x="2192784" y="941033"/>
            <a:chExt cx="710214" cy="1349406"/>
          </a:xfrm>
        </p:grpSpPr>
        <p:sp>
          <p:nvSpPr>
            <p:cNvPr id="268" name="Elipse 267">
              <a:extLst>
                <a:ext uri="{FF2B5EF4-FFF2-40B4-BE49-F238E27FC236}">
                  <a16:creationId xmlns:a16="http://schemas.microsoft.com/office/drawing/2014/main" id="{B177A731-3C75-478F-B995-605824F03190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69" name="Conector recto 268">
              <a:extLst>
                <a:ext uri="{FF2B5EF4-FFF2-40B4-BE49-F238E27FC236}">
                  <a16:creationId xmlns:a16="http://schemas.microsoft.com/office/drawing/2014/main" id="{A4EBBA90-43A5-4B66-8A93-4AA823AEF072}"/>
                </a:ext>
              </a:extLst>
            </p:cNvPr>
            <p:cNvCxnSpPr>
              <a:stCxn id="268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BCDD6D90-0EDD-4989-8D6A-4B5E696E0A4A}"/>
              </a:ext>
            </a:extLst>
          </p:cNvPr>
          <p:cNvGrpSpPr/>
          <p:nvPr/>
        </p:nvGrpSpPr>
        <p:grpSpPr>
          <a:xfrm>
            <a:off x="1490764" y="5055799"/>
            <a:ext cx="189651" cy="309638"/>
            <a:chOff x="2192784" y="941033"/>
            <a:chExt cx="710214" cy="1349406"/>
          </a:xfrm>
        </p:grpSpPr>
        <p:sp>
          <p:nvSpPr>
            <p:cNvPr id="271" name="Elipse 270">
              <a:extLst>
                <a:ext uri="{FF2B5EF4-FFF2-40B4-BE49-F238E27FC236}">
                  <a16:creationId xmlns:a16="http://schemas.microsoft.com/office/drawing/2014/main" id="{AD5BDA30-36EC-4801-8077-E208E6A15212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72" name="Conector recto 271">
              <a:extLst>
                <a:ext uri="{FF2B5EF4-FFF2-40B4-BE49-F238E27FC236}">
                  <a16:creationId xmlns:a16="http://schemas.microsoft.com/office/drawing/2014/main" id="{D72BC18E-798B-41A8-ABBC-4745D28FE3CC}"/>
                </a:ext>
              </a:extLst>
            </p:cNvPr>
            <p:cNvCxnSpPr>
              <a:stCxn id="271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3" name="Grupo 272">
            <a:extLst>
              <a:ext uri="{FF2B5EF4-FFF2-40B4-BE49-F238E27FC236}">
                <a16:creationId xmlns:a16="http://schemas.microsoft.com/office/drawing/2014/main" id="{FB559CF8-7F82-4692-BCDF-E2DE1A0BA0E6}"/>
              </a:ext>
            </a:extLst>
          </p:cNvPr>
          <p:cNvGrpSpPr/>
          <p:nvPr/>
        </p:nvGrpSpPr>
        <p:grpSpPr>
          <a:xfrm>
            <a:off x="1814820" y="5045726"/>
            <a:ext cx="189651" cy="309638"/>
            <a:chOff x="2192784" y="941033"/>
            <a:chExt cx="710214" cy="1349406"/>
          </a:xfrm>
        </p:grpSpPr>
        <p:sp>
          <p:nvSpPr>
            <p:cNvPr id="274" name="Elipse 273">
              <a:extLst>
                <a:ext uri="{FF2B5EF4-FFF2-40B4-BE49-F238E27FC236}">
                  <a16:creationId xmlns:a16="http://schemas.microsoft.com/office/drawing/2014/main" id="{BF8D54D3-5766-43DE-B86D-FEE1018B32CF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75" name="Conector recto 274">
              <a:extLst>
                <a:ext uri="{FF2B5EF4-FFF2-40B4-BE49-F238E27FC236}">
                  <a16:creationId xmlns:a16="http://schemas.microsoft.com/office/drawing/2014/main" id="{FCB7E891-F5C7-4B99-9CF5-8D100225241E}"/>
                </a:ext>
              </a:extLst>
            </p:cNvPr>
            <p:cNvCxnSpPr>
              <a:stCxn id="274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upo 279">
            <a:extLst>
              <a:ext uri="{FF2B5EF4-FFF2-40B4-BE49-F238E27FC236}">
                <a16:creationId xmlns:a16="http://schemas.microsoft.com/office/drawing/2014/main" id="{3D876F38-7096-462D-83CE-2665CFE64098}"/>
              </a:ext>
            </a:extLst>
          </p:cNvPr>
          <p:cNvGrpSpPr/>
          <p:nvPr/>
        </p:nvGrpSpPr>
        <p:grpSpPr>
          <a:xfrm>
            <a:off x="2089295" y="5047651"/>
            <a:ext cx="189651" cy="309638"/>
            <a:chOff x="2192784" y="941033"/>
            <a:chExt cx="710214" cy="1349406"/>
          </a:xfrm>
        </p:grpSpPr>
        <p:sp>
          <p:nvSpPr>
            <p:cNvPr id="281" name="Elipse 280">
              <a:extLst>
                <a:ext uri="{FF2B5EF4-FFF2-40B4-BE49-F238E27FC236}">
                  <a16:creationId xmlns:a16="http://schemas.microsoft.com/office/drawing/2014/main" id="{34B69C1C-F65D-4FC8-A3FA-4D4E41F1D828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82" name="Conector recto 281">
              <a:extLst>
                <a:ext uri="{FF2B5EF4-FFF2-40B4-BE49-F238E27FC236}">
                  <a16:creationId xmlns:a16="http://schemas.microsoft.com/office/drawing/2014/main" id="{8086ACB6-F3F1-4AC7-AF26-33BE727357A2}"/>
                </a:ext>
              </a:extLst>
            </p:cNvPr>
            <p:cNvCxnSpPr>
              <a:stCxn id="281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upo 282">
            <a:extLst>
              <a:ext uri="{FF2B5EF4-FFF2-40B4-BE49-F238E27FC236}">
                <a16:creationId xmlns:a16="http://schemas.microsoft.com/office/drawing/2014/main" id="{7C668FE6-95BC-4B09-8A9E-58F8B345B2C2}"/>
              </a:ext>
            </a:extLst>
          </p:cNvPr>
          <p:cNvGrpSpPr/>
          <p:nvPr/>
        </p:nvGrpSpPr>
        <p:grpSpPr>
          <a:xfrm>
            <a:off x="2414477" y="5047651"/>
            <a:ext cx="189651" cy="309638"/>
            <a:chOff x="2192784" y="941033"/>
            <a:chExt cx="710214" cy="1349406"/>
          </a:xfrm>
        </p:grpSpPr>
        <p:sp>
          <p:nvSpPr>
            <p:cNvPr id="284" name="Elipse 283">
              <a:extLst>
                <a:ext uri="{FF2B5EF4-FFF2-40B4-BE49-F238E27FC236}">
                  <a16:creationId xmlns:a16="http://schemas.microsoft.com/office/drawing/2014/main" id="{F415473E-F90B-4F12-BDEC-8F474FFB66F7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85" name="Conector recto 284">
              <a:extLst>
                <a:ext uri="{FF2B5EF4-FFF2-40B4-BE49-F238E27FC236}">
                  <a16:creationId xmlns:a16="http://schemas.microsoft.com/office/drawing/2014/main" id="{F4680E58-85E6-4E6F-8373-42A1D1551531}"/>
                </a:ext>
              </a:extLst>
            </p:cNvPr>
            <p:cNvCxnSpPr>
              <a:stCxn id="284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upo 285">
            <a:extLst>
              <a:ext uri="{FF2B5EF4-FFF2-40B4-BE49-F238E27FC236}">
                <a16:creationId xmlns:a16="http://schemas.microsoft.com/office/drawing/2014/main" id="{ABB78948-B189-4F81-B835-E7B886732082}"/>
              </a:ext>
            </a:extLst>
          </p:cNvPr>
          <p:cNvGrpSpPr/>
          <p:nvPr/>
        </p:nvGrpSpPr>
        <p:grpSpPr>
          <a:xfrm>
            <a:off x="2722787" y="5039503"/>
            <a:ext cx="189651" cy="309638"/>
            <a:chOff x="2192784" y="941033"/>
            <a:chExt cx="710214" cy="1349406"/>
          </a:xfrm>
        </p:grpSpPr>
        <p:sp>
          <p:nvSpPr>
            <p:cNvPr id="287" name="Elipse 286">
              <a:extLst>
                <a:ext uri="{FF2B5EF4-FFF2-40B4-BE49-F238E27FC236}">
                  <a16:creationId xmlns:a16="http://schemas.microsoft.com/office/drawing/2014/main" id="{7B8EF8A6-AF89-411A-B0E1-E5E5A8CA90C8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288" name="Conector recto 287">
              <a:extLst>
                <a:ext uri="{FF2B5EF4-FFF2-40B4-BE49-F238E27FC236}">
                  <a16:creationId xmlns:a16="http://schemas.microsoft.com/office/drawing/2014/main" id="{3F96B600-34E3-40E3-B8C4-C5EB3F1530D0}"/>
                </a:ext>
              </a:extLst>
            </p:cNvPr>
            <p:cNvCxnSpPr>
              <a:stCxn id="287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2" name="Grupo 311">
            <a:extLst>
              <a:ext uri="{FF2B5EF4-FFF2-40B4-BE49-F238E27FC236}">
                <a16:creationId xmlns:a16="http://schemas.microsoft.com/office/drawing/2014/main" id="{4DEAF9E8-711D-45B2-B096-39424E4EB8FC}"/>
              </a:ext>
            </a:extLst>
          </p:cNvPr>
          <p:cNvGrpSpPr/>
          <p:nvPr/>
        </p:nvGrpSpPr>
        <p:grpSpPr>
          <a:xfrm>
            <a:off x="4227841" y="6020191"/>
            <a:ext cx="189651" cy="309638"/>
            <a:chOff x="2192784" y="941033"/>
            <a:chExt cx="710214" cy="1349406"/>
          </a:xfrm>
        </p:grpSpPr>
        <p:sp>
          <p:nvSpPr>
            <p:cNvPr id="313" name="Elipse 312">
              <a:extLst>
                <a:ext uri="{FF2B5EF4-FFF2-40B4-BE49-F238E27FC236}">
                  <a16:creationId xmlns:a16="http://schemas.microsoft.com/office/drawing/2014/main" id="{B5068D11-66C9-4D48-B095-B2EB95FB3DCF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925793C4-2912-4B47-8883-E4058E4CF07D}"/>
                </a:ext>
              </a:extLst>
            </p:cNvPr>
            <p:cNvCxnSpPr>
              <a:stCxn id="313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upo 314">
            <a:extLst>
              <a:ext uri="{FF2B5EF4-FFF2-40B4-BE49-F238E27FC236}">
                <a16:creationId xmlns:a16="http://schemas.microsoft.com/office/drawing/2014/main" id="{7F1DDAE1-F6B6-4DA9-9AF1-4C7D0BC7B0AA}"/>
              </a:ext>
            </a:extLst>
          </p:cNvPr>
          <p:cNvGrpSpPr/>
          <p:nvPr/>
        </p:nvGrpSpPr>
        <p:grpSpPr>
          <a:xfrm>
            <a:off x="4553023" y="6020191"/>
            <a:ext cx="189651" cy="309638"/>
            <a:chOff x="2192784" y="941033"/>
            <a:chExt cx="710214" cy="1349406"/>
          </a:xfrm>
        </p:grpSpPr>
        <p:sp>
          <p:nvSpPr>
            <p:cNvPr id="316" name="Elipse 315">
              <a:extLst>
                <a:ext uri="{FF2B5EF4-FFF2-40B4-BE49-F238E27FC236}">
                  <a16:creationId xmlns:a16="http://schemas.microsoft.com/office/drawing/2014/main" id="{BBC48F29-3FA5-4F75-B0C7-E8E558170C3B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C71A3E0C-66E8-442A-A862-163CF6BC7593}"/>
                </a:ext>
              </a:extLst>
            </p:cNvPr>
            <p:cNvCxnSpPr>
              <a:stCxn id="316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" name="Grupo 317">
            <a:extLst>
              <a:ext uri="{FF2B5EF4-FFF2-40B4-BE49-F238E27FC236}">
                <a16:creationId xmlns:a16="http://schemas.microsoft.com/office/drawing/2014/main" id="{98011CC8-2A3F-4D73-9CB4-C41D0180B733}"/>
              </a:ext>
            </a:extLst>
          </p:cNvPr>
          <p:cNvGrpSpPr/>
          <p:nvPr/>
        </p:nvGrpSpPr>
        <p:grpSpPr>
          <a:xfrm>
            <a:off x="4861333" y="6012043"/>
            <a:ext cx="189651" cy="309638"/>
            <a:chOff x="2192784" y="941033"/>
            <a:chExt cx="710214" cy="1349406"/>
          </a:xfrm>
        </p:grpSpPr>
        <p:sp>
          <p:nvSpPr>
            <p:cNvPr id="319" name="Elipse 318">
              <a:extLst>
                <a:ext uri="{FF2B5EF4-FFF2-40B4-BE49-F238E27FC236}">
                  <a16:creationId xmlns:a16="http://schemas.microsoft.com/office/drawing/2014/main" id="{84BD6BB2-317D-4CA3-B742-690F9DEB7948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20" name="Conector recto 319">
              <a:extLst>
                <a:ext uri="{FF2B5EF4-FFF2-40B4-BE49-F238E27FC236}">
                  <a16:creationId xmlns:a16="http://schemas.microsoft.com/office/drawing/2014/main" id="{DB43522D-BBCA-4369-B861-30BA8B4B96A4}"/>
                </a:ext>
              </a:extLst>
            </p:cNvPr>
            <p:cNvCxnSpPr>
              <a:stCxn id="319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upo 320">
            <a:extLst>
              <a:ext uri="{FF2B5EF4-FFF2-40B4-BE49-F238E27FC236}">
                <a16:creationId xmlns:a16="http://schemas.microsoft.com/office/drawing/2014/main" id="{FCCEC228-9AA1-4248-893E-48E2381DBE16}"/>
              </a:ext>
            </a:extLst>
          </p:cNvPr>
          <p:cNvGrpSpPr/>
          <p:nvPr/>
        </p:nvGrpSpPr>
        <p:grpSpPr>
          <a:xfrm>
            <a:off x="5190058" y="6030264"/>
            <a:ext cx="189651" cy="309638"/>
            <a:chOff x="2192784" y="941033"/>
            <a:chExt cx="710214" cy="1349406"/>
          </a:xfrm>
        </p:grpSpPr>
        <p:sp>
          <p:nvSpPr>
            <p:cNvPr id="322" name="Elipse 321">
              <a:extLst>
                <a:ext uri="{FF2B5EF4-FFF2-40B4-BE49-F238E27FC236}">
                  <a16:creationId xmlns:a16="http://schemas.microsoft.com/office/drawing/2014/main" id="{A774136B-349D-42B6-A794-1C6F877EB557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43D68D00-2577-4973-B5E1-4F9A15882270}"/>
                </a:ext>
              </a:extLst>
            </p:cNvPr>
            <p:cNvCxnSpPr>
              <a:stCxn id="32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4" name="Grupo 323">
            <a:extLst>
              <a:ext uri="{FF2B5EF4-FFF2-40B4-BE49-F238E27FC236}">
                <a16:creationId xmlns:a16="http://schemas.microsoft.com/office/drawing/2014/main" id="{9EDC7289-2F90-48D5-AC0F-9B5D142EF4C2}"/>
              </a:ext>
            </a:extLst>
          </p:cNvPr>
          <p:cNvGrpSpPr/>
          <p:nvPr/>
        </p:nvGrpSpPr>
        <p:grpSpPr>
          <a:xfrm>
            <a:off x="5514114" y="6020191"/>
            <a:ext cx="189651" cy="309638"/>
            <a:chOff x="2192784" y="941033"/>
            <a:chExt cx="710214" cy="1349406"/>
          </a:xfrm>
        </p:grpSpPr>
        <p:sp>
          <p:nvSpPr>
            <p:cNvPr id="325" name="Elipse 324">
              <a:extLst>
                <a:ext uri="{FF2B5EF4-FFF2-40B4-BE49-F238E27FC236}">
                  <a16:creationId xmlns:a16="http://schemas.microsoft.com/office/drawing/2014/main" id="{B4517D01-695C-4192-977A-D8AAAA1434C2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26" name="Conector recto 325">
              <a:extLst>
                <a:ext uri="{FF2B5EF4-FFF2-40B4-BE49-F238E27FC236}">
                  <a16:creationId xmlns:a16="http://schemas.microsoft.com/office/drawing/2014/main" id="{F89D556F-F935-4CF4-8C6D-DB04CC743FD3}"/>
                </a:ext>
              </a:extLst>
            </p:cNvPr>
            <p:cNvCxnSpPr>
              <a:stCxn id="32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7" name="Grupo 326">
            <a:extLst>
              <a:ext uri="{FF2B5EF4-FFF2-40B4-BE49-F238E27FC236}">
                <a16:creationId xmlns:a16="http://schemas.microsoft.com/office/drawing/2014/main" id="{8347BAAB-C63C-4AE2-9344-1E59F3C3ACDA}"/>
              </a:ext>
            </a:extLst>
          </p:cNvPr>
          <p:cNvGrpSpPr/>
          <p:nvPr/>
        </p:nvGrpSpPr>
        <p:grpSpPr>
          <a:xfrm>
            <a:off x="8575330" y="4203115"/>
            <a:ext cx="189651" cy="309638"/>
            <a:chOff x="2192784" y="941033"/>
            <a:chExt cx="710214" cy="1349406"/>
          </a:xfrm>
        </p:grpSpPr>
        <p:sp>
          <p:nvSpPr>
            <p:cNvPr id="328" name="Elipse 327">
              <a:extLst>
                <a:ext uri="{FF2B5EF4-FFF2-40B4-BE49-F238E27FC236}">
                  <a16:creationId xmlns:a16="http://schemas.microsoft.com/office/drawing/2014/main" id="{21ADB774-CDB5-49AB-8BE9-40313B0CEC47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29" name="Conector recto 328">
              <a:extLst>
                <a:ext uri="{FF2B5EF4-FFF2-40B4-BE49-F238E27FC236}">
                  <a16:creationId xmlns:a16="http://schemas.microsoft.com/office/drawing/2014/main" id="{3B7568C5-FDDC-4666-B0D7-23571664A4DE}"/>
                </a:ext>
              </a:extLst>
            </p:cNvPr>
            <p:cNvCxnSpPr>
              <a:stCxn id="328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0" name="Grupo 329">
            <a:extLst>
              <a:ext uri="{FF2B5EF4-FFF2-40B4-BE49-F238E27FC236}">
                <a16:creationId xmlns:a16="http://schemas.microsoft.com/office/drawing/2014/main" id="{A9E51E92-5493-413C-A895-366340576BD0}"/>
              </a:ext>
            </a:extLst>
          </p:cNvPr>
          <p:cNvGrpSpPr/>
          <p:nvPr/>
        </p:nvGrpSpPr>
        <p:grpSpPr>
          <a:xfrm>
            <a:off x="8900512" y="4203115"/>
            <a:ext cx="189651" cy="309638"/>
            <a:chOff x="2192784" y="941033"/>
            <a:chExt cx="710214" cy="1349406"/>
          </a:xfrm>
        </p:grpSpPr>
        <p:sp>
          <p:nvSpPr>
            <p:cNvPr id="331" name="Elipse 330">
              <a:extLst>
                <a:ext uri="{FF2B5EF4-FFF2-40B4-BE49-F238E27FC236}">
                  <a16:creationId xmlns:a16="http://schemas.microsoft.com/office/drawing/2014/main" id="{03CDD176-BAF2-41EE-A204-B18A56514482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32" name="Conector recto 331">
              <a:extLst>
                <a:ext uri="{FF2B5EF4-FFF2-40B4-BE49-F238E27FC236}">
                  <a16:creationId xmlns:a16="http://schemas.microsoft.com/office/drawing/2014/main" id="{FBD8C352-2001-4F2B-A6ED-233F5CFD0BC6}"/>
                </a:ext>
              </a:extLst>
            </p:cNvPr>
            <p:cNvCxnSpPr>
              <a:stCxn id="331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2" name="Grupo 341">
            <a:extLst>
              <a:ext uri="{FF2B5EF4-FFF2-40B4-BE49-F238E27FC236}">
                <a16:creationId xmlns:a16="http://schemas.microsoft.com/office/drawing/2014/main" id="{82E41CB9-55EC-4983-820A-3E935462CE42}"/>
              </a:ext>
            </a:extLst>
          </p:cNvPr>
          <p:cNvGrpSpPr/>
          <p:nvPr/>
        </p:nvGrpSpPr>
        <p:grpSpPr>
          <a:xfrm>
            <a:off x="7626303" y="1541995"/>
            <a:ext cx="189651" cy="309638"/>
            <a:chOff x="2192784" y="941033"/>
            <a:chExt cx="710214" cy="1349406"/>
          </a:xfrm>
        </p:grpSpPr>
        <p:sp>
          <p:nvSpPr>
            <p:cNvPr id="343" name="Elipse 342">
              <a:extLst>
                <a:ext uri="{FF2B5EF4-FFF2-40B4-BE49-F238E27FC236}">
                  <a16:creationId xmlns:a16="http://schemas.microsoft.com/office/drawing/2014/main" id="{83A08B0E-CF36-41CD-A502-90AB2805C3DF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44" name="Conector recto 343">
              <a:extLst>
                <a:ext uri="{FF2B5EF4-FFF2-40B4-BE49-F238E27FC236}">
                  <a16:creationId xmlns:a16="http://schemas.microsoft.com/office/drawing/2014/main" id="{52621AB0-BA85-4F4A-80D8-697AFD0C7BB5}"/>
                </a:ext>
              </a:extLst>
            </p:cNvPr>
            <p:cNvCxnSpPr>
              <a:stCxn id="343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5" name="Grupo 344">
            <a:extLst>
              <a:ext uri="{FF2B5EF4-FFF2-40B4-BE49-F238E27FC236}">
                <a16:creationId xmlns:a16="http://schemas.microsoft.com/office/drawing/2014/main" id="{DA2A396D-D72D-4A73-93DC-5EB256D7C30D}"/>
              </a:ext>
            </a:extLst>
          </p:cNvPr>
          <p:cNvGrpSpPr/>
          <p:nvPr/>
        </p:nvGrpSpPr>
        <p:grpSpPr>
          <a:xfrm>
            <a:off x="7951485" y="1541995"/>
            <a:ext cx="189651" cy="309638"/>
            <a:chOff x="2192784" y="941033"/>
            <a:chExt cx="710214" cy="1349406"/>
          </a:xfrm>
        </p:grpSpPr>
        <p:sp>
          <p:nvSpPr>
            <p:cNvPr id="346" name="Elipse 345">
              <a:extLst>
                <a:ext uri="{FF2B5EF4-FFF2-40B4-BE49-F238E27FC236}">
                  <a16:creationId xmlns:a16="http://schemas.microsoft.com/office/drawing/2014/main" id="{FD630E79-B553-4492-BD15-9794E094C770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47" name="Conector recto 346">
              <a:extLst>
                <a:ext uri="{FF2B5EF4-FFF2-40B4-BE49-F238E27FC236}">
                  <a16:creationId xmlns:a16="http://schemas.microsoft.com/office/drawing/2014/main" id="{108AF2A1-9834-4BC9-8725-BE501CF60F6F}"/>
                </a:ext>
              </a:extLst>
            </p:cNvPr>
            <p:cNvCxnSpPr>
              <a:stCxn id="346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" name="Grupo 347">
            <a:extLst>
              <a:ext uri="{FF2B5EF4-FFF2-40B4-BE49-F238E27FC236}">
                <a16:creationId xmlns:a16="http://schemas.microsoft.com/office/drawing/2014/main" id="{1624F57C-3F2B-482B-AA73-2F3C4318AB0B}"/>
              </a:ext>
            </a:extLst>
          </p:cNvPr>
          <p:cNvGrpSpPr/>
          <p:nvPr/>
        </p:nvGrpSpPr>
        <p:grpSpPr>
          <a:xfrm>
            <a:off x="8259795" y="1533847"/>
            <a:ext cx="189651" cy="309638"/>
            <a:chOff x="2192784" y="941033"/>
            <a:chExt cx="710214" cy="1349406"/>
          </a:xfrm>
        </p:grpSpPr>
        <p:sp>
          <p:nvSpPr>
            <p:cNvPr id="349" name="Elipse 348">
              <a:extLst>
                <a:ext uri="{FF2B5EF4-FFF2-40B4-BE49-F238E27FC236}">
                  <a16:creationId xmlns:a16="http://schemas.microsoft.com/office/drawing/2014/main" id="{8F8828A3-81EA-44BD-BA6E-24551FCF35A3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0" name="Conector recto 349">
              <a:extLst>
                <a:ext uri="{FF2B5EF4-FFF2-40B4-BE49-F238E27FC236}">
                  <a16:creationId xmlns:a16="http://schemas.microsoft.com/office/drawing/2014/main" id="{3488A95D-A156-48A5-9F7C-19E5F8823E8B}"/>
                </a:ext>
              </a:extLst>
            </p:cNvPr>
            <p:cNvCxnSpPr>
              <a:stCxn id="349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1" name="Grupo 350">
            <a:extLst>
              <a:ext uri="{FF2B5EF4-FFF2-40B4-BE49-F238E27FC236}">
                <a16:creationId xmlns:a16="http://schemas.microsoft.com/office/drawing/2014/main" id="{E3C6489E-4D0B-4279-8D18-72EDC9AF41B0}"/>
              </a:ext>
            </a:extLst>
          </p:cNvPr>
          <p:cNvGrpSpPr/>
          <p:nvPr/>
        </p:nvGrpSpPr>
        <p:grpSpPr>
          <a:xfrm>
            <a:off x="8588520" y="1552068"/>
            <a:ext cx="189651" cy="309638"/>
            <a:chOff x="2192784" y="941033"/>
            <a:chExt cx="710214" cy="1349406"/>
          </a:xfrm>
        </p:grpSpPr>
        <p:sp>
          <p:nvSpPr>
            <p:cNvPr id="352" name="Elipse 351">
              <a:extLst>
                <a:ext uri="{FF2B5EF4-FFF2-40B4-BE49-F238E27FC236}">
                  <a16:creationId xmlns:a16="http://schemas.microsoft.com/office/drawing/2014/main" id="{32B5394B-6ECC-4658-9393-D5D5072C9F8A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3" name="Conector recto 352">
              <a:extLst>
                <a:ext uri="{FF2B5EF4-FFF2-40B4-BE49-F238E27FC236}">
                  <a16:creationId xmlns:a16="http://schemas.microsoft.com/office/drawing/2014/main" id="{C5A15FB9-1977-49D6-ACBB-25F25840E780}"/>
                </a:ext>
              </a:extLst>
            </p:cNvPr>
            <p:cNvCxnSpPr>
              <a:stCxn id="35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upo 353">
            <a:extLst>
              <a:ext uri="{FF2B5EF4-FFF2-40B4-BE49-F238E27FC236}">
                <a16:creationId xmlns:a16="http://schemas.microsoft.com/office/drawing/2014/main" id="{144D505B-6493-4D81-8BE4-B9A41A3B05D4}"/>
              </a:ext>
            </a:extLst>
          </p:cNvPr>
          <p:cNvGrpSpPr/>
          <p:nvPr/>
        </p:nvGrpSpPr>
        <p:grpSpPr>
          <a:xfrm>
            <a:off x="8912576" y="1541995"/>
            <a:ext cx="189651" cy="309638"/>
            <a:chOff x="2192784" y="941033"/>
            <a:chExt cx="710214" cy="1349406"/>
          </a:xfrm>
        </p:grpSpPr>
        <p:sp>
          <p:nvSpPr>
            <p:cNvPr id="355" name="Elipse 354">
              <a:extLst>
                <a:ext uri="{FF2B5EF4-FFF2-40B4-BE49-F238E27FC236}">
                  <a16:creationId xmlns:a16="http://schemas.microsoft.com/office/drawing/2014/main" id="{AFBAFFF6-DF53-49F0-9A22-74098FA2F466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6" name="Conector recto 355">
              <a:extLst>
                <a:ext uri="{FF2B5EF4-FFF2-40B4-BE49-F238E27FC236}">
                  <a16:creationId xmlns:a16="http://schemas.microsoft.com/office/drawing/2014/main" id="{9F2C1461-6DE0-4937-AFAA-B32C4E983D24}"/>
                </a:ext>
              </a:extLst>
            </p:cNvPr>
            <p:cNvCxnSpPr>
              <a:stCxn id="355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7" name="Grupo 356">
            <a:extLst>
              <a:ext uri="{FF2B5EF4-FFF2-40B4-BE49-F238E27FC236}">
                <a16:creationId xmlns:a16="http://schemas.microsoft.com/office/drawing/2014/main" id="{C1D7D140-C1AB-4F8B-AB5B-99B8FA591E84}"/>
              </a:ext>
            </a:extLst>
          </p:cNvPr>
          <p:cNvGrpSpPr/>
          <p:nvPr/>
        </p:nvGrpSpPr>
        <p:grpSpPr>
          <a:xfrm>
            <a:off x="7361559" y="1541995"/>
            <a:ext cx="189651" cy="309638"/>
            <a:chOff x="2192784" y="941033"/>
            <a:chExt cx="710214" cy="1349406"/>
          </a:xfrm>
        </p:grpSpPr>
        <p:sp>
          <p:nvSpPr>
            <p:cNvPr id="358" name="Elipse 357">
              <a:extLst>
                <a:ext uri="{FF2B5EF4-FFF2-40B4-BE49-F238E27FC236}">
                  <a16:creationId xmlns:a16="http://schemas.microsoft.com/office/drawing/2014/main" id="{10F997C7-26BE-405D-BCF8-0EFA3296657D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59" name="Conector recto 358">
              <a:extLst>
                <a:ext uri="{FF2B5EF4-FFF2-40B4-BE49-F238E27FC236}">
                  <a16:creationId xmlns:a16="http://schemas.microsoft.com/office/drawing/2014/main" id="{6D728D69-6ED7-45FB-A161-47CBDA2EEC91}"/>
                </a:ext>
              </a:extLst>
            </p:cNvPr>
            <p:cNvCxnSpPr>
              <a:stCxn id="358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9D1D6B70-A7A9-489B-BC8E-7446BF020CE9}"/>
              </a:ext>
            </a:extLst>
          </p:cNvPr>
          <p:cNvSpPr txBox="1"/>
          <p:nvPr/>
        </p:nvSpPr>
        <p:spPr>
          <a:xfrm>
            <a:off x="7264690" y="531141"/>
            <a:ext cx="131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nivelEmpleado</a:t>
            </a:r>
            <a:endParaRPr lang="es-MX" dirty="0"/>
          </a:p>
        </p:txBody>
      </p:sp>
      <p:grpSp>
        <p:nvGrpSpPr>
          <p:cNvPr id="361" name="Grupo 360">
            <a:extLst>
              <a:ext uri="{FF2B5EF4-FFF2-40B4-BE49-F238E27FC236}">
                <a16:creationId xmlns:a16="http://schemas.microsoft.com/office/drawing/2014/main" id="{97BE2345-4ADA-4418-9EF1-3543243C6B98}"/>
              </a:ext>
            </a:extLst>
          </p:cNvPr>
          <p:cNvGrpSpPr/>
          <p:nvPr/>
        </p:nvGrpSpPr>
        <p:grpSpPr>
          <a:xfrm rot="3687011">
            <a:off x="7041302" y="618912"/>
            <a:ext cx="189651" cy="309638"/>
            <a:chOff x="2192784" y="941033"/>
            <a:chExt cx="710214" cy="1349406"/>
          </a:xfrm>
        </p:grpSpPr>
        <p:sp>
          <p:nvSpPr>
            <p:cNvPr id="362" name="Elipse 361">
              <a:extLst>
                <a:ext uri="{FF2B5EF4-FFF2-40B4-BE49-F238E27FC236}">
                  <a16:creationId xmlns:a16="http://schemas.microsoft.com/office/drawing/2014/main" id="{472EC92F-F648-4F31-AFCF-E939949F8CA4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63" name="Conector recto 362">
              <a:extLst>
                <a:ext uri="{FF2B5EF4-FFF2-40B4-BE49-F238E27FC236}">
                  <a16:creationId xmlns:a16="http://schemas.microsoft.com/office/drawing/2014/main" id="{7F50ECE8-05FF-4861-94EB-7C0D05697A14}"/>
                </a:ext>
              </a:extLst>
            </p:cNvPr>
            <p:cNvCxnSpPr>
              <a:stCxn id="362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04AF5AB6-E20F-4886-B111-85B30EF352C0}"/>
              </a:ext>
            </a:extLst>
          </p:cNvPr>
          <p:cNvSpPr txBox="1"/>
          <p:nvPr/>
        </p:nvSpPr>
        <p:spPr>
          <a:xfrm rot="18772358">
            <a:off x="3160089" y="340699"/>
            <a:ext cx="1066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idEmpleado</a:t>
            </a:r>
            <a:endParaRPr lang="es-MX" dirty="0"/>
          </a:p>
        </p:txBody>
      </p: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BC985133-47F9-499A-976A-9C6C11A44E6C}"/>
              </a:ext>
            </a:extLst>
          </p:cNvPr>
          <p:cNvSpPr txBox="1"/>
          <p:nvPr/>
        </p:nvSpPr>
        <p:spPr>
          <a:xfrm rot="18614846">
            <a:off x="3843480" y="186434"/>
            <a:ext cx="782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nombreC</a:t>
            </a:r>
            <a:endParaRPr lang="es-MX" dirty="0"/>
          </a:p>
        </p:txBody>
      </p:sp>
      <p:sp>
        <p:nvSpPr>
          <p:cNvPr id="366" name="CuadroTexto 365">
            <a:extLst>
              <a:ext uri="{FF2B5EF4-FFF2-40B4-BE49-F238E27FC236}">
                <a16:creationId xmlns:a16="http://schemas.microsoft.com/office/drawing/2014/main" id="{EBDA7A91-8AF2-4C84-B06B-934A95CDE1D2}"/>
              </a:ext>
            </a:extLst>
          </p:cNvPr>
          <p:cNvSpPr txBox="1"/>
          <p:nvPr/>
        </p:nvSpPr>
        <p:spPr>
          <a:xfrm rot="18707533">
            <a:off x="4680502" y="277188"/>
            <a:ext cx="1246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emailEmpleado</a:t>
            </a:r>
            <a:endParaRPr lang="es-MX" dirty="0"/>
          </a:p>
        </p:txBody>
      </p:sp>
      <p:sp>
        <p:nvSpPr>
          <p:cNvPr id="369" name="CuadroTexto 368">
            <a:extLst>
              <a:ext uri="{FF2B5EF4-FFF2-40B4-BE49-F238E27FC236}">
                <a16:creationId xmlns:a16="http://schemas.microsoft.com/office/drawing/2014/main" id="{E18EB91D-1992-455A-A7FB-60016203AAE7}"/>
              </a:ext>
            </a:extLst>
          </p:cNvPr>
          <p:cNvSpPr txBox="1"/>
          <p:nvPr/>
        </p:nvSpPr>
        <p:spPr>
          <a:xfrm rot="18405250">
            <a:off x="4350317" y="291727"/>
            <a:ext cx="105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contrasenia</a:t>
            </a:r>
            <a:endParaRPr lang="es-MX" dirty="0"/>
          </a:p>
        </p:txBody>
      </p:sp>
      <p:sp>
        <p:nvSpPr>
          <p:cNvPr id="370" name="CuadroTexto 369">
            <a:extLst>
              <a:ext uri="{FF2B5EF4-FFF2-40B4-BE49-F238E27FC236}">
                <a16:creationId xmlns:a16="http://schemas.microsoft.com/office/drawing/2014/main" id="{AA5CF024-425B-44A0-8C62-8B884C2B2CBB}"/>
              </a:ext>
            </a:extLst>
          </p:cNvPr>
          <p:cNvSpPr txBox="1"/>
          <p:nvPr/>
        </p:nvSpPr>
        <p:spPr>
          <a:xfrm rot="18259813">
            <a:off x="3369600" y="2393990"/>
            <a:ext cx="96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IdProductos</a:t>
            </a:r>
            <a:r>
              <a:rPr lang="es-MX" dirty="0"/>
              <a:t> </a:t>
            </a:r>
          </a:p>
        </p:txBody>
      </p: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FAE2F94E-276C-44C8-AD06-BD060969A280}"/>
              </a:ext>
            </a:extLst>
          </p:cNvPr>
          <p:cNvSpPr txBox="1"/>
          <p:nvPr/>
        </p:nvSpPr>
        <p:spPr>
          <a:xfrm rot="18395996">
            <a:off x="3847067" y="2196258"/>
            <a:ext cx="96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descripcion</a:t>
            </a:r>
            <a:r>
              <a:rPr lang="es-MX" dirty="0"/>
              <a:t> </a:t>
            </a:r>
          </a:p>
        </p:txBody>
      </p:sp>
      <p:sp>
        <p:nvSpPr>
          <p:cNvPr id="372" name="CuadroTexto 371">
            <a:extLst>
              <a:ext uri="{FF2B5EF4-FFF2-40B4-BE49-F238E27FC236}">
                <a16:creationId xmlns:a16="http://schemas.microsoft.com/office/drawing/2014/main" id="{83463D08-0DC7-47C1-942C-8F5661CCCFA6}"/>
              </a:ext>
            </a:extLst>
          </p:cNvPr>
          <p:cNvSpPr txBox="1"/>
          <p:nvPr/>
        </p:nvSpPr>
        <p:spPr>
          <a:xfrm rot="18507673">
            <a:off x="6483589" y="2274452"/>
            <a:ext cx="70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marcaP</a:t>
            </a:r>
            <a:r>
              <a:rPr lang="es-MX" dirty="0"/>
              <a:t> </a:t>
            </a:r>
          </a:p>
        </p:txBody>
      </p: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C5966854-F6E9-4A29-BCC9-A7DF7A0D12A7}"/>
              </a:ext>
            </a:extLst>
          </p:cNvPr>
          <p:cNvSpPr txBox="1"/>
          <p:nvPr/>
        </p:nvSpPr>
        <p:spPr>
          <a:xfrm rot="18077781">
            <a:off x="6043941" y="2208407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nombreP</a:t>
            </a:r>
            <a:r>
              <a:rPr lang="es-MX" dirty="0"/>
              <a:t> </a:t>
            </a:r>
          </a:p>
        </p:txBody>
      </p: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18519C02-E4AA-4EE4-97CE-25940334A0B6}"/>
              </a:ext>
            </a:extLst>
          </p:cNvPr>
          <p:cNvSpPr txBox="1"/>
          <p:nvPr/>
        </p:nvSpPr>
        <p:spPr>
          <a:xfrm rot="18295274">
            <a:off x="4175456" y="2166149"/>
            <a:ext cx="90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cantidadP</a:t>
            </a:r>
            <a:r>
              <a:rPr lang="es-MX" dirty="0"/>
              <a:t> </a:t>
            </a:r>
          </a:p>
        </p:txBody>
      </p: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68B08676-6BAB-472E-8B8A-CBBCE7270C19}"/>
              </a:ext>
            </a:extLst>
          </p:cNvPr>
          <p:cNvSpPr txBox="1"/>
          <p:nvPr/>
        </p:nvSpPr>
        <p:spPr>
          <a:xfrm rot="17946884">
            <a:off x="5412996" y="2172762"/>
            <a:ext cx="110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precioVenta</a:t>
            </a:r>
            <a:r>
              <a:rPr lang="es-MX" sz="1200" dirty="0"/>
              <a:t> </a:t>
            </a:r>
          </a:p>
        </p:txBody>
      </p:sp>
      <p:sp>
        <p:nvSpPr>
          <p:cNvPr id="376" name="CuadroTexto 375">
            <a:extLst>
              <a:ext uri="{FF2B5EF4-FFF2-40B4-BE49-F238E27FC236}">
                <a16:creationId xmlns:a16="http://schemas.microsoft.com/office/drawing/2014/main" id="{76661BC5-D917-4FC0-A947-E8203790C913}"/>
              </a:ext>
            </a:extLst>
          </p:cNvPr>
          <p:cNvSpPr txBox="1"/>
          <p:nvPr/>
        </p:nvSpPr>
        <p:spPr>
          <a:xfrm rot="18163874">
            <a:off x="5056886" y="2102681"/>
            <a:ext cx="995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ubicacionP</a:t>
            </a:r>
            <a:r>
              <a:rPr lang="es-MX" dirty="0"/>
              <a:t> </a:t>
            </a:r>
          </a:p>
        </p:txBody>
      </p:sp>
      <p:sp>
        <p:nvSpPr>
          <p:cNvPr id="377" name="CuadroTexto 376">
            <a:extLst>
              <a:ext uri="{FF2B5EF4-FFF2-40B4-BE49-F238E27FC236}">
                <a16:creationId xmlns:a16="http://schemas.microsoft.com/office/drawing/2014/main" id="{571AFEE2-3902-4542-B3F1-B034F555A3B5}"/>
              </a:ext>
            </a:extLst>
          </p:cNvPr>
          <p:cNvSpPr txBox="1"/>
          <p:nvPr/>
        </p:nvSpPr>
        <p:spPr>
          <a:xfrm rot="17938240">
            <a:off x="4735231" y="2147658"/>
            <a:ext cx="110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descuentoMax</a:t>
            </a:r>
            <a:r>
              <a:rPr lang="es-MX" dirty="0"/>
              <a:t> </a:t>
            </a:r>
          </a:p>
        </p:txBody>
      </p:sp>
      <p:sp>
        <p:nvSpPr>
          <p:cNvPr id="378" name="CuadroTexto 377">
            <a:extLst>
              <a:ext uri="{FF2B5EF4-FFF2-40B4-BE49-F238E27FC236}">
                <a16:creationId xmlns:a16="http://schemas.microsoft.com/office/drawing/2014/main" id="{0CE67877-D214-4411-86B6-991D0B51DABB}"/>
              </a:ext>
            </a:extLst>
          </p:cNvPr>
          <p:cNvSpPr txBox="1"/>
          <p:nvPr/>
        </p:nvSpPr>
        <p:spPr>
          <a:xfrm rot="17763988">
            <a:off x="4541734" y="2120810"/>
            <a:ext cx="110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fechaEntrada</a:t>
            </a:r>
            <a:endParaRPr lang="es-MX" dirty="0"/>
          </a:p>
        </p:txBody>
      </p:sp>
      <p:sp>
        <p:nvSpPr>
          <p:cNvPr id="379" name="CuadroTexto 378">
            <a:extLst>
              <a:ext uri="{FF2B5EF4-FFF2-40B4-BE49-F238E27FC236}">
                <a16:creationId xmlns:a16="http://schemas.microsoft.com/office/drawing/2014/main" id="{0B559DF8-11EC-4CB1-A894-40ED6C0ACA11}"/>
              </a:ext>
            </a:extLst>
          </p:cNvPr>
          <p:cNvSpPr txBox="1"/>
          <p:nvPr/>
        </p:nvSpPr>
        <p:spPr>
          <a:xfrm rot="18209629">
            <a:off x="5654576" y="2104101"/>
            <a:ext cx="107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precioCosto</a:t>
            </a:r>
            <a:r>
              <a:rPr lang="es-MX" dirty="0"/>
              <a:t> </a:t>
            </a:r>
          </a:p>
        </p:txBody>
      </p:sp>
      <p:sp>
        <p:nvSpPr>
          <p:cNvPr id="380" name="CuadroTexto 379">
            <a:extLst>
              <a:ext uri="{FF2B5EF4-FFF2-40B4-BE49-F238E27FC236}">
                <a16:creationId xmlns:a16="http://schemas.microsoft.com/office/drawing/2014/main" id="{8BB062E4-112E-4518-ABE0-26ECDC846A43}"/>
              </a:ext>
            </a:extLst>
          </p:cNvPr>
          <p:cNvSpPr txBox="1"/>
          <p:nvPr/>
        </p:nvSpPr>
        <p:spPr>
          <a:xfrm rot="20016102">
            <a:off x="1817070" y="2898152"/>
            <a:ext cx="873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/>
              <a:t>tipoTarjeta </a:t>
            </a:r>
            <a:endParaRPr lang="es-MX" sz="1200" dirty="0"/>
          </a:p>
        </p:txBody>
      </p:sp>
      <p:sp>
        <p:nvSpPr>
          <p:cNvPr id="381" name="CuadroTexto 380">
            <a:extLst>
              <a:ext uri="{FF2B5EF4-FFF2-40B4-BE49-F238E27FC236}">
                <a16:creationId xmlns:a16="http://schemas.microsoft.com/office/drawing/2014/main" id="{E87DBD37-E401-40CD-AD5B-B3CF7CB2AE47}"/>
              </a:ext>
            </a:extLst>
          </p:cNvPr>
          <p:cNvSpPr txBox="1"/>
          <p:nvPr/>
        </p:nvSpPr>
        <p:spPr>
          <a:xfrm rot="18315606">
            <a:off x="-28353" y="2847994"/>
            <a:ext cx="10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numTarjeta</a:t>
            </a:r>
            <a:r>
              <a:rPr lang="es-MX" dirty="0"/>
              <a:t> </a:t>
            </a:r>
          </a:p>
        </p:txBody>
      </p: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B07A388F-26D2-43AE-B959-50AE56CAADB3}"/>
              </a:ext>
            </a:extLst>
          </p:cNvPr>
          <p:cNvSpPr txBox="1"/>
          <p:nvPr/>
        </p:nvSpPr>
        <p:spPr>
          <a:xfrm>
            <a:off x="1384540" y="2786676"/>
            <a:ext cx="888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FechaExp</a:t>
            </a:r>
            <a:r>
              <a:rPr lang="es-MX" sz="1200" dirty="0"/>
              <a:t> </a:t>
            </a:r>
          </a:p>
        </p:txBody>
      </p:sp>
      <p:grpSp>
        <p:nvGrpSpPr>
          <p:cNvPr id="383" name="Grupo 382">
            <a:extLst>
              <a:ext uri="{FF2B5EF4-FFF2-40B4-BE49-F238E27FC236}">
                <a16:creationId xmlns:a16="http://schemas.microsoft.com/office/drawing/2014/main" id="{B44F4278-59F3-4127-9E6E-0BF3C8ACF3B6}"/>
              </a:ext>
            </a:extLst>
          </p:cNvPr>
          <p:cNvGrpSpPr/>
          <p:nvPr/>
        </p:nvGrpSpPr>
        <p:grpSpPr>
          <a:xfrm>
            <a:off x="611144" y="3166136"/>
            <a:ext cx="189651" cy="309638"/>
            <a:chOff x="2192784" y="941033"/>
            <a:chExt cx="710214" cy="1349406"/>
          </a:xfrm>
        </p:grpSpPr>
        <p:sp>
          <p:nvSpPr>
            <p:cNvPr id="384" name="Elipse 383">
              <a:extLst>
                <a:ext uri="{FF2B5EF4-FFF2-40B4-BE49-F238E27FC236}">
                  <a16:creationId xmlns:a16="http://schemas.microsoft.com/office/drawing/2014/main" id="{620B697D-5E19-43AD-B16F-BBA5531A7378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85" name="Conector recto 384">
              <a:extLst>
                <a:ext uri="{FF2B5EF4-FFF2-40B4-BE49-F238E27FC236}">
                  <a16:creationId xmlns:a16="http://schemas.microsoft.com/office/drawing/2014/main" id="{2E30AEAD-610A-40EA-A11A-AAD484EE239A}"/>
                </a:ext>
              </a:extLst>
            </p:cNvPr>
            <p:cNvCxnSpPr>
              <a:stCxn id="384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Grupo 385">
            <a:extLst>
              <a:ext uri="{FF2B5EF4-FFF2-40B4-BE49-F238E27FC236}">
                <a16:creationId xmlns:a16="http://schemas.microsoft.com/office/drawing/2014/main" id="{139810DD-AF27-4E02-9BD7-0E42B1117274}"/>
              </a:ext>
            </a:extLst>
          </p:cNvPr>
          <p:cNvGrpSpPr/>
          <p:nvPr/>
        </p:nvGrpSpPr>
        <p:grpSpPr>
          <a:xfrm>
            <a:off x="1597141" y="3064535"/>
            <a:ext cx="189651" cy="309638"/>
            <a:chOff x="2192784" y="941033"/>
            <a:chExt cx="710214" cy="1349406"/>
          </a:xfrm>
        </p:grpSpPr>
        <p:sp>
          <p:nvSpPr>
            <p:cNvPr id="387" name="Elipse 386">
              <a:extLst>
                <a:ext uri="{FF2B5EF4-FFF2-40B4-BE49-F238E27FC236}">
                  <a16:creationId xmlns:a16="http://schemas.microsoft.com/office/drawing/2014/main" id="{BFBCDAC4-569E-4879-8DCF-004277B0351B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88" name="Conector recto 387">
              <a:extLst>
                <a:ext uri="{FF2B5EF4-FFF2-40B4-BE49-F238E27FC236}">
                  <a16:creationId xmlns:a16="http://schemas.microsoft.com/office/drawing/2014/main" id="{BF3477B3-2048-4C7F-AE77-F9767A738B0B}"/>
                </a:ext>
              </a:extLst>
            </p:cNvPr>
            <p:cNvCxnSpPr>
              <a:stCxn id="387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9" name="Grupo 388">
            <a:extLst>
              <a:ext uri="{FF2B5EF4-FFF2-40B4-BE49-F238E27FC236}">
                <a16:creationId xmlns:a16="http://schemas.microsoft.com/office/drawing/2014/main" id="{45753EE3-7046-457D-95AA-AB86B0C853C1}"/>
              </a:ext>
            </a:extLst>
          </p:cNvPr>
          <p:cNvGrpSpPr/>
          <p:nvPr/>
        </p:nvGrpSpPr>
        <p:grpSpPr>
          <a:xfrm rot="1573702">
            <a:off x="2012138" y="3228014"/>
            <a:ext cx="189651" cy="309638"/>
            <a:chOff x="2192784" y="941033"/>
            <a:chExt cx="710214" cy="1349406"/>
          </a:xfrm>
        </p:grpSpPr>
        <p:sp>
          <p:nvSpPr>
            <p:cNvPr id="390" name="Elipse 389">
              <a:extLst>
                <a:ext uri="{FF2B5EF4-FFF2-40B4-BE49-F238E27FC236}">
                  <a16:creationId xmlns:a16="http://schemas.microsoft.com/office/drawing/2014/main" id="{8CAA8EF4-D6F4-4082-A454-9A58A4B5D613}"/>
                </a:ext>
              </a:extLst>
            </p:cNvPr>
            <p:cNvSpPr/>
            <p:nvPr/>
          </p:nvSpPr>
          <p:spPr>
            <a:xfrm>
              <a:off x="2192784" y="941033"/>
              <a:ext cx="710214" cy="6391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391" name="Conector recto 390">
              <a:extLst>
                <a:ext uri="{FF2B5EF4-FFF2-40B4-BE49-F238E27FC236}">
                  <a16:creationId xmlns:a16="http://schemas.microsoft.com/office/drawing/2014/main" id="{7961873C-1249-4323-84AE-2F887DCEDFB5}"/>
                </a:ext>
              </a:extLst>
            </p:cNvPr>
            <p:cNvCxnSpPr>
              <a:stCxn id="390" idx="4"/>
            </p:cNvCxnSpPr>
            <p:nvPr/>
          </p:nvCxnSpPr>
          <p:spPr>
            <a:xfrm>
              <a:off x="2547891" y="1580225"/>
              <a:ext cx="0" cy="7102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962AEB88-276F-4D1A-8AE3-D9AA88746331}"/>
              </a:ext>
            </a:extLst>
          </p:cNvPr>
          <p:cNvSpPr txBox="1"/>
          <p:nvPr/>
        </p:nvSpPr>
        <p:spPr>
          <a:xfrm rot="18549847">
            <a:off x="7351234" y="3658881"/>
            <a:ext cx="1087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codiogoPostal</a:t>
            </a:r>
            <a:endParaRPr lang="es-MX" dirty="0"/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EC6B2450-0F95-48E5-9C99-18DE0003213F}"/>
              </a:ext>
            </a:extLst>
          </p:cNvPr>
          <p:cNvSpPr txBox="1"/>
          <p:nvPr/>
        </p:nvSpPr>
        <p:spPr>
          <a:xfrm rot="18657055">
            <a:off x="7001307" y="3748635"/>
            <a:ext cx="963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idProveedor</a:t>
            </a:r>
            <a:r>
              <a:rPr lang="es-MX" dirty="0"/>
              <a:t> </a:t>
            </a:r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289855B7-A223-43FC-9D10-9A67AD56A797}"/>
              </a:ext>
            </a:extLst>
          </p:cNvPr>
          <p:cNvSpPr txBox="1"/>
          <p:nvPr/>
        </p:nvSpPr>
        <p:spPr>
          <a:xfrm rot="18379188">
            <a:off x="7648915" y="3791110"/>
            <a:ext cx="76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nombreC</a:t>
            </a:r>
            <a:r>
              <a:rPr lang="es-MX" dirty="0"/>
              <a:t> </a:t>
            </a: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1B9CEF1E-30C9-495C-9C91-4043603ABB7C}"/>
              </a:ext>
            </a:extLst>
          </p:cNvPr>
          <p:cNvSpPr txBox="1"/>
          <p:nvPr/>
        </p:nvSpPr>
        <p:spPr>
          <a:xfrm rot="18283793">
            <a:off x="7927938" y="3795461"/>
            <a:ext cx="752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dirty="0" err="1"/>
              <a:t>direccion</a:t>
            </a:r>
            <a:r>
              <a:rPr lang="es-MX" dirty="0"/>
              <a:t> </a:t>
            </a: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AC7446F2-3C64-4A76-9B3F-F72C8211BF0E}"/>
              </a:ext>
            </a:extLst>
          </p:cNvPr>
          <p:cNvSpPr txBox="1"/>
          <p:nvPr/>
        </p:nvSpPr>
        <p:spPr>
          <a:xfrm rot="18894159">
            <a:off x="6470807" y="3817928"/>
            <a:ext cx="1429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emailProveedor</a:t>
            </a:r>
            <a:endParaRPr lang="es-MX" sz="1200" dirty="0"/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315060D5-5338-48CF-AA88-2F3949680A98}"/>
              </a:ext>
            </a:extLst>
          </p:cNvPr>
          <p:cNvSpPr txBox="1"/>
          <p:nvPr/>
        </p:nvSpPr>
        <p:spPr>
          <a:xfrm rot="17405133">
            <a:off x="8714414" y="3815797"/>
            <a:ext cx="40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rfc</a:t>
            </a:r>
            <a:r>
              <a:rPr lang="es-MX" dirty="0"/>
              <a:t> </a:t>
            </a:r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89144E36-7DCE-4078-880D-23412EDAF36B}"/>
              </a:ext>
            </a:extLst>
          </p:cNvPr>
          <p:cNvSpPr txBox="1"/>
          <p:nvPr/>
        </p:nvSpPr>
        <p:spPr>
          <a:xfrm rot="18370251">
            <a:off x="8315314" y="3800224"/>
            <a:ext cx="7146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telefono</a:t>
            </a:r>
            <a:endParaRPr lang="es-MX" dirty="0"/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CDA0059C-5A99-41FC-97F3-42EA8FEE7BDB}"/>
              </a:ext>
            </a:extLst>
          </p:cNvPr>
          <p:cNvSpPr txBox="1"/>
          <p:nvPr/>
        </p:nvSpPr>
        <p:spPr>
          <a:xfrm rot="17781563">
            <a:off x="517549" y="4579239"/>
            <a:ext cx="821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RfcCliente</a:t>
            </a:r>
            <a:r>
              <a:rPr lang="es-MX" dirty="0"/>
              <a:t> </a:t>
            </a:r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918548DC-0023-4262-829C-D0020BE9E66C}"/>
              </a:ext>
            </a:extLst>
          </p:cNvPr>
          <p:cNvSpPr txBox="1"/>
          <p:nvPr/>
        </p:nvSpPr>
        <p:spPr>
          <a:xfrm rot="17705226">
            <a:off x="1768045" y="4679151"/>
            <a:ext cx="714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destino</a:t>
            </a:r>
            <a:r>
              <a:rPr lang="es-MX" dirty="0"/>
              <a:t> </a:t>
            </a:r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54CAD4A7-10FA-40C6-A292-31B27192C729}"/>
              </a:ext>
            </a:extLst>
          </p:cNvPr>
          <p:cNvSpPr txBox="1"/>
          <p:nvPr/>
        </p:nvSpPr>
        <p:spPr>
          <a:xfrm rot="18383676">
            <a:off x="782087" y="4542507"/>
            <a:ext cx="989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MetodoPago</a:t>
            </a:r>
            <a:r>
              <a:rPr lang="es-MX" dirty="0"/>
              <a:t> </a:t>
            </a:r>
          </a:p>
        </p:txBody>
      </p:sp>
      <p:sp>
        <p:nvSpPr>
          <p:cNvPr id="227" name="CuadroTexto 226">
            <a:extLst>
              <a:ext uri="{FF2B5EF4-FFF2-40B4-BE49-F238E27FC236}">
                <a16:creationId xmlns:a16="http://schemas.microsoft.com/office/drawing/2014/main" id="{D6BF4C58-38CF-4120-8137-1BC7F2309AD1}"/>
              </a:ext>
            </a:extLst>
          </p:cNvPr>
          <p:cNvSpPr txBox="1"/>
          <p:nvPr/>
        </p:nvSpPr>
        <p:spPr>
          <a:xfrm rot="18389736">
            <a:off x="25622" y="4536277"/>
            <a:ext cx="1284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tipoComprobante</a:t>
            </a:r>
            <a:r>
              <a:rPr lang="es-MX" dirty="0"/>
              <a:t> </a:t>
            </a:r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897EBCDC-BA0F-4BB8-B345-C269C14F0393}"/>
              </a:ext>
            </a:extLst>
          </p:cNvPr>
          <p:cNvSpPr txBox="1"/>
          <p:nvPr/>
        </p:nvSpPr>
        <p:spPr>
          <a:xfrm rot="18212238">
            <a:off x="1521156" y="4528202"/>
            <a:ext cx="884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razonSocial</a:t>
            </a:r>
            <a:r>
              <a:rPr lang="es-MX" dirty="0"/>
              <a:t> 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39F7DD94-DAF3-4FE5-94DB-0DB0A57EDACF}"/>
              </a:ext>
            </a:extLst>
          </p:cNvPr>
          <p:cNvSpPr txBox="1"/>
          <p:nvPr/>
        </p:nvSpPr>
        <p:spPr>
          <a:xfrm rot="18798889">
            <a:off x="1124655" y="4542424"/>
            <a:ext cx="1069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regimenFiscal</a:t>
            </a:r>
            <a:r>
              <a:rPr lang="es-MX" dirty="0"/>
              <a:t> 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16B63E9F-46F7-42CC-97D8-1E8A62B88E1B}"/>
              </a:ext>
            </a:extLst>
          </p:cNvPr>
          <p:cNvSpPr txBox="1"/>
          <p:nvPr/>
        </p:nvSpPr>
        <p:spPr>
          <a:xfrm rot="18294765">
            <a:off x="2485823" y="4742787"/>
            <a:ext cx="580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email</a:t>
            </a:r>
            <a:endParaRPr lang="es-MX" dirty="0"/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EEC16291-433B-4D21-9895-281217A6B429}"/>
              </a:ext>
            </a:extLst>
          </p:cNvPr>
          <p:cNvSpPr txBox="1"/>
          <p:nvPr/>
        </p:nvSpPr>
        <p:spPr>
          <a:xfrm rot="18477025">
            <a:off x="2055720" y="4450363"/>
            <a:ext cx="1037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fechaFactura</a:t>
            </a:r>
            <a:r>
              <a:rPr lang="es-MX" dirty="0"/>
              <a:t> 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588AC5A1-3351-4911-A12D-9108633568B2}"/>
              </a:ext>
            </a:extLst>
          </p:cNvPr>
          <p:cNvSpPr txBox="1"/>
          <p:nvPr/>
        </p:nvSpPr>
        <p:spPr>
          <a:xfrm rot="18347256">
            <a:off x="3760031" y="4163065"/>
            <a:ext cx="1185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modeloCoche</a:t>
            </a:r>
            <a:r>
              <a:rPr lang="es-MX" dirty="0"/>
              <a:t> 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635CF467-D856-4953-8E49-DA92549C24C1}"/>
              </a:ext>
            </a:extLst>
          </p:cNvPr>
          <p:cNvSpPr txBox="1"/>
          <p:nvPr/>
        </p:nvSpPr>
        <p:spPr>
          <a:xfrm rot="17935925">
            <a:off x="4424735" y="4017930"/>
            <a:ext cx="927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anioCoche</a:t>
            </a:r>
            <a:r>
              <a:rPr lang="es-MX" dirty="0"/>
              <a:t> 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55BD1338-243A-4C33-8D36-C8F49818E7FE}"/>
              </a:ext>
            </a:extLst>
          </p:cNvPr>
          <p:cNvSpPr txBox="1"/>
          <p:nvPr/>
        </p:nvSpPr>
        <p:spPr>
          <a:xfrm rot="18585223">
            <a:off x="5096400" y="4113583"/>
            <a:ext cx="967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marcaCoche</a:t>
            </a:r>
            <a:r>
              <a:rPr lang="es-MX" dirty="0"/>
              <a:t> 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43ED7F6E-DD87-404F-8AD0-13B5DEA27879}"/>
              </a:ext>
            </a:extLst>
          </p:cNvPr>
          <p:cNvSpPr txBox="1"/>
          <p:nvPr/>
        </p:nvSpPr>
        <p:spPr>
          <a:xfrm rot="18713826">
            <a:off x="4711097" y="3866527"/>
            <a:ext cx="13104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descripcionCoche</a:t>
            </a:r>
            <a:endParaRPr lang="es-MX" sz="1200" dirty="0"/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F64C05C0-4955-41BA-8A01-5E72C61DA086}"/>
              </a:ext>
            </a:extLst>
          </p:cNvPr>
          <p:cNvSpPr txBox="1"/>
          <p:nvPr/>
        </p:nvSpPr>
        <p:spPr>
          <a:xfrm rot="18071051">
            <a:off x="4196062" y="5618677"/>
            <a:ext cx="741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idCliente</a:t>
            </a:r>
            <a:r>
              <a:rPr lang="es-MX" dirty="0"/>
              <a:t> 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EEBD2D93-365F-4CAD-A1C4-307569DAADD3}"/>
              </a:ext>
            </a:extLst>
          </p:cNvPr>
          <p:cNvSpPr txBox="1"/>
          <p:nvPr/>
        </p:nvSpPr>
        <p:spPr>
          <a:xfrm rot="18154606">
            <a:off x="4518898" y="5562015"/>
            <a:ext cx="83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nombreC</a:t>
            </a:r>
            <a:r>
              <a:rPr lang="es-MX" dirty="0"/>
              <a:t> </a:t>
            </a:r>
          </a:p>
        </p:txBody>
      </p:sp>
      <p:sp>
        <p:nvSpPr>
          <p:cNvPr id="289" name="CuadroTexto 288">
            <a:extLst>
              <a:ext uri="{FF2B5EF4-FFF2-40B4-BE49-F238E27FC236}">
                <a16:creationId xmlns:a16="http://schemas.microsoft.com/office/drawing/2014/main" id="{FAF0215B-C7DC-43CB-A8BB-C2BBB409B7FF}"/>
              </a:ext>
            </a:extLst>
          </p:cNvPr>
          <p:cNvSpPr txBox="1"/>
          <p:nvPr/>
        </p:nvSpPr>
        <p:spPr>
          <a:xfrm rot="18079287">
            <a:off x="4815762" y="5502177"/>
            <a:ext cx="883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rfcCliente</a:t>
            </a:r>
            <a:r>
              <a:rPr lang="es-MX" dirty="0"/>
              <a:t> 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4B968EAC-A8FB-4701-90D6-DBD78FEA7C67}"/>
              </a:ext>
            </a:extLst>
          </p:cNvPr>
          <p:cNvSpPr txBox="1"/>
          <p:nvPr/>
        </p:nvSpPr>
        <p:spPr>
          <a:xfrm rot="18023846">
            <a:off x="5163875" y="5576220"/>
            <a:ext cx="76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direccion</a:t>
            </a:r>
            <a:r>
              <a:rPr lang="es-MX" dirty="0"/>
              <a:t> </a:t>
            </a:r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B1B88677-C524-40A7-B19F-B4AB317C1232}"/>
              </a:ext>
            </a:extLst>
          </p:cNvPr>
          <p:cNvSpPr txBox="1"/>
          <p:nvPr/>
        </p:nvSpPr>
        <p:spPr>
          <a:xfrm rot="18444523">
            <a:off x="3677162" y="5680080"/>
            <a:ext cx="950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 err="1"/>
              <a:t>razonSocial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966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6877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60</Words>
  <Application>Microsoft Office PowerPoint</Application>
  <PresentationFormat>Carta (216 x 279 mm)</PresentationFormat>
  <Paragraphs>57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EMMANUEL DE JESUS LOPEZ GOMEZ</dc:creator>
  <cp:lastModifiedBy>EMMANUEL DE JESUS LOPEZ GOMEZ</cp:lastModifiedBy>
  <cp:revision>68</cp:revision>
  <dcterms:created xsi:type="dcterms:W3CDTF">2023-02-24T02:31:32Z</dcterms:created>
  <dcterms:modified xsi:type="dcterms:W3CDTF">2023-02-24T04:30:41Z</dcterms:modified>
</cp:coreProperties>
</file>